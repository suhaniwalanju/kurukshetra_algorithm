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basics of AsyncIO and how to run a simple coroutine.</a:t>
            </a:r>
          </a:p>
          <a:p/>
          <a:p>
            <a:r>
              <a:t>Trainer Notes:</a:t>
            </a:r>
          </a:p>
          <a:p>
            <a:r>
              <a:t>Complete Runnable File (ex_python_s3_introduction_to_asyncio):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Introduction to AsyncIO</a:t>
            </a:r>
          </a:p>
          <a:p>
            <a:r>
              <a:t>    message = "Introduction to AsyncIO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Explain what coroutines are and run a simple example.</a:t>
            </a:r>
          </a:p>
          <a:p/>
          <a:p>
            <a:r>
              <a:t>Trainer Notes:</a:t>
            </a:r>
          </a:p>
          <a:p>
            <a:r>
              <a:t>Complete Runnable File (ex_python_s4_understanding_coroutines):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Understanding Coroutines</a:t>
            </a:r>
          </a:p>
          <a:p>
            <a:r>
              <a:t>    message = "Understanding Coroutines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how to use await and run multiple async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how AsyncIO handles I/O operations and run a simple example.</a:t>
            </a:r>
          </a:p>
          <a:p/>
          <a:p>
            <a:r>
              <a:t>Trainer Notes:</a:t>
            </a:r>
          </a:p>
          <a:p>
            <a:r>
              <a:t>Complete Runnable File (ex_python_s6_asyncio_and_i_o_operatio):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AsyncIO and I/O Operations</a:t>
            </a:r>
          </a:p>
          <a:p>
            <a:r>
              <a:t>    message = "AsyncIO and I/O Operations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 starter code and expected output for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Writing Simple Async Code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AsyncIO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for non-blocking I/O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AsyncIO basics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Introduction to 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Introduction to AsyncIO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AsyncIO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Understanding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Coroutines are cooperative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Simple coroutine flow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Understanding Coroutines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Understanding Coroutines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Understanding Coroutines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Writing Simple Async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40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 function with await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Coroutine call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40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40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Main function started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Main function ended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coroutine2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Coroutine 2 started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Coroutine 2 ended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coroutine2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Writing Simple Async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AsyncIO and I/O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Handling I/O operations in async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 I/O operation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AsyncIO and I/O Operations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AsyncIO and I/O Operations Executed in Python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AsyncIO and I/O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Fetch Data from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971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Write an async function to fetch data from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Run the function and print the response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exercise_ref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971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971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fetch_data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url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with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aiohttp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ClientSession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session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with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session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url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response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response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text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data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url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https://www.example.com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response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fetch_data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url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response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Exercise: Fetch Data from URL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basics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Handling I/O operations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