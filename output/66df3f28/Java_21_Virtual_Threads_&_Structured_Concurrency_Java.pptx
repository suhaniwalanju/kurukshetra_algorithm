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state session learning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Outline the roadmap of topics to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Java 21 Virtual Threads &amp; Structured Concurrency: Concept 1.</a:t>
            </a:r>
          </a:p>
          <a:p/>
          <a:p>
            <a:r>
              <a:t>Trainer Notes:</a:t>
            </a:r>
          </a:p>
          <a:p>
            <a:r>
              <a:t>Complete Runnable File (ex_java_s3_java_21_virtual_threads_):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Java 21 Virtual Threads &amp; Structured Concurrency: Concept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"Java 21 Virtual Threads &amp; Structured Concurrency: Concept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Java 21 Virtual Threads &amp; Structured Concurrency: Concept 2.</a:t>
            </a:r>
          </a:p>
          <a:p/>
          <a:p>
            <a:r>
              <a:t>Trainer Notes:</a:t>
            </a:r>
          </a:p>
          <a:p>
            <a:r>
              <a:t>Complete Runnable File (ex_java_s4_java_21_virtual_threads_):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Java 21 Virtual Threads &amp; Structured Concurrency: Concept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"Java 21 Virtual Threads &amp; Structured Concurrency: Concept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Java 21 Virtual Threads &amp; Structured Concurrency: Concept 3.</a:t>
            </a:r>
          </a:p>
          <a:p/>
          <a:p>
            <a:r>
              <a:t>Trainer Notes:</a:t>
            </a:r>
          </a:p>
          <a:p>
            <a:r>
              <a:t>Complete Runnable File (ex_java_s5_java_21_virtual_threads_):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Java 21 Virtual Threads &amp; Structured Concurrency: Concept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"Java 21 Virtual Threads &amp; Structured Concurrency: Concept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Java 21 Virtual Threads &amp; Structured Concurrency: Concept 4.</a:t>
            </a:r>
          </a:p>
          <a:p/>
          <a:p>
            <a:r>
              <a:t>Trainer Notes:</a:t>
            </a:r>
          </a:p>
          <a:p>
            <a:r>
              <a:t>Complete Runnable File (ex_java_s6_java_21_virtual_threads_):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Java 21 Virtual Threads &amp; Structured Concurrency: Concept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"Java 21 Virtual Threads &amp; Structured Concurrency: Concept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Quick Knowledge Check.</a:t>
            </a:r>
          </a:p>
          <a:p/>
          <a:p>
            <a:r>
              <a:t>Trainer Notes:</a:t>
            </a:r>
          </a:p>
          <a:p>
            <a:r>
              <a:t>Complete Runnable File (ex_java_s8_quick_knowledge_check):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Quick Knowledge Check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"Quick Knowledge Check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Recap the 3 most essential lessons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Open the floor for questions and hand out lab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Dr. S. Walanju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Lecture Agenda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Core Syntax &amp; Architecture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Implementation &amp; Code Walkthrough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Hands-on Coding Exercise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Best Practices &amp; Pitfalls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Summary &amp; Next Steps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Java 21 Virtual Threads &amp;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Java 21 Virtual Threads &amp; 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Java 21 Virtual Threads &amp;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Java 21 Virtual Threads &amp; 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Java 21 Virtual Threads &amp;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Java 21 Virtual Threads &amp; 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Java 21 Virtual Threads &amp;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Java 21 Virtual Threads &amp; 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Java 21 Vir...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Hands-On Lab: Java 21 Virtual Threads &amp; Structured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// Exercise: Java 21 Virtual Threads  Structured Concurrency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ExerciseSolution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Result: Solution Verified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res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Quick 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Quick Knowledge Check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Quick Knowledge Check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Quick Knowl...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Key Takeaways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Mastered core principles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Wrote verified executable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Understood design trade-offs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Ready for advanced topics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Interactive Q&amp;A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Hands-on Code Review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Repository Links Shared Online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Next Lab Preview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