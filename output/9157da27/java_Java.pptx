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Prof.Samruddhi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Java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Variables and Data Types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Operators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Control Structures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Introduction to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Introduction to Java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is a platform-independent language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JVM for execution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Popular for Android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Introduction to Java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Print 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Print Hello World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HelloWorld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Variables and Data Types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Variable declaration: int x = 5;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Data types: int, char, boolean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Variables and Data Types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Declare and Print Integers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Declare and Print Integers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b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b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Operators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Arithmetic: +, -, *, /, %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Assignment: =, +=, *=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Comparison: ==, !=, &lt;, 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Operators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Arithmetic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Arithmetic Operations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5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y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x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y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Control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Control Structures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If statement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For loop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While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Control Structures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If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If Statement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18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age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&gt;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18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You are an ad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Exercise: Calculate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Exercise: Calculate Sum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num1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10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num2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D19A66"/>
                </a:solidFill>
                <a:latin typeface="Consolas"/>
              </a:rPr>
              <a:t>20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nint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sum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num1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+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num2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Java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Variables and Data Types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Operators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Control Structures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Loops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Closing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