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23849"/>
          </a:xfrm>
          <a:prstGeom prst="roundRect">
            <a:avLst/>
          </a:prstGeom>
          <a:solidFill>
            <a:srgbClr val="002147"/>
          </a:solidFill>
          <a:ln w="19050">
            <a:solidFill>
              <a:srgbClr val="001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160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1435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java.io.*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Main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891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6891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858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752599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