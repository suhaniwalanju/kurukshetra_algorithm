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2653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11350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Subject: Tailwind CSS 3.4.17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Level: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Tailwind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Introduction to Tailwind CSS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Tailwind is a utility-first CSS framework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Focuses on simplicity and speed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Includes pre-defined utility classes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Introduction to Tailwind CSS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import '@tailwindcss/forms';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import '@tailwindcss/typography';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&lt;div class='form-control'&gt;Form Control&lt;/div&gt;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&lt;div class='text-2xl'&gt;Text&lt;/div&gt;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Responsive Design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Responsive Design Basics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Media Queries for responsive design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Viewport Meta Tag for responsive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Responsive Design Basics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/* Responsive Design */
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@media (max-width: 768px) {
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.responsive-class {
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display: none;
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}
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}
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/* Meta Tag */
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&lt;meta name='viewport' content='width=device-width, initial-scale=1'&gt;
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Grid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Grid Systems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Grids for layout and alignment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Flexible and responsive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Grid Systems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/* Grid System */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&lt;div class='grid grid-cols-2'&gt;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&lt;div&gt;Column 1&lt;/div&gt;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&lt;div&gt;Column 2&lt;/div&gt;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&lt;/div&gt;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Utility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Utility Classes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Pre-defined for common design tasks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Easy to use and extend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Tailwind Utility Classes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/* Tailwind Utility Classes */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&lt;div class='bg-blue-500 text-white p-4 rounded'&gt;Button&lt;/div&gt;
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Advanced Grid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Advanced Grid Layouts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grid-gap for spacing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Using grid-auto-rows for flexible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Advanced Grid Layouts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/* Advanced Grid Layout */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&lt;div class='grid grid-cols-2 grid-gap-4'&gt;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&lt;div&gt;Row 1&lt;/div&gt;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&lt;div&gt;Row 2&lt;/div&gt;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&lt;/div&gt;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Create a responsive grid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Exercise: Create a responsive grid layout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730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Create a 3x3 grid of buttons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Tailwind utility classes for styling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7305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/* Exercise Solution */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&lt;div class='grid grid-cols-3 gap-4'&gt;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class='bg-blue-500 text-white p-2'&gt;Button 1&lt;/button&gt;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class='bg-green-500 text-white p-2'&gt;Button 2&lt;/button&gt;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class='bg-red-500 text-white p-2'&gt;Button 3&lt;/button&gt;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class='bg-blue-500 text-white p-2'&gt;Button 4&lt;/button&gt;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class='bg-green-500 text-white p-2'&gt;Button 5&lt;/button&gt;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class='bg-red-500 text-white p-2'&gt;Button 6&lt;/button&gt;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class='bg-blue-500 text-white p-2'&gt;Button 7&lt;/button&gt;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class='bg-green-500 text-white p-2'&gt;Button 8&lt;/button&gt;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&lt;button class='bg-red-500 text-white p-2'&gt;Button 9&lt;/button&gt;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&lt;/div&gt;
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•  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•   Slide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