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state session learning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Outline the roadmap of topics to be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Python 3.12 AsyncIO &amp; High-Performance Coroutines: Concept 1.</a:t>
            </a:r>
          </a:p>
          <a:p/>
          <a:p>
            <a:r>
              <a:t>Trainer Notes:</a:t>
            </a:r>
          </a:p>
          <a:p>
            <a:r>
              <a:t>Complete Runnable File (ex_python_s3_python_3_12_asyncio_high):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Python 3.12 AsyncIO &amp; High-Performance Coroutines: Concept 1</a:t>
            </a:r>
          </a:p>
          <a:p>
            <a:r>
              <a:t>    message = "Python 3.12 AsyncIO &amp; High-Performance Coroutines: Concept 1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Python 3.12 AsyncIO &amp; High-Performance Coroutines: Concept 2.</a:t>
            </a:r>
          </a:p>
          <a:p/>
          <a:p>
            <a:r>
              <a:t>Trainer Notes:</a:t>
            </a:r>
          </a:p>
          <a:p>
            <a:r>
              <a:t>Complete Runnable File (ex_python_s4_python_3_12_asyncio_high):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Python 3.12 AsyncIO &amp; High-Performance Coroutines: Concept 2</a:t>
            </a:r>
          </a:p>
          <a:p>
            <a:r>
              <a:t>    message = "Python 3.12 AsyncIO &amp; High-Performance Coroutines: Concept 2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Python 3.12 AsyncIO &amp; High-Performance Coroutines: Concept 3.</a:t>
            </a:r>
          </a:p>
          <a:p/>
          <a:p>
            <a:r>
              <a:t>Trainer Notes:</a:t>
            </a:r>
          </a:p>
          <a:p>
            <a:r>
              <a:t>Complete Runnable File (ex_python_s5_python_3_12_asyncio_high):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Python 3.12 AsyncIO &amp; High-Performance Coroutines: Concept 3</a:t>
            </a:r>
          </a:p>
          <a:p>
            <a:r>
              <a:t>    message = "Python 3.12 AsyncIO &amp; High-Performance Coroutines: Concept 3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Python 3.12 AsyncIO &amp; High-Performance Coroutines: Concept 4.</a:t>
            </a:r>
          </a:p>
          <a:p/>
          <a:p>
            <a:r>
              <a:t>Trainer Notes:</a:t>
            </a:r>
          </a:p>
          <a:p>
            <a:r>
              <a:t>Complete Runnable File (ex_python_s6_python_3_12_asyncio_high):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Python 3.12 AsyncIO &amp; High-Performance Coroutines: Concept 4</a:t>
            </a:r>
          </a:p>
          <a:p>
            <a:r>
              <a:t>    message = "Python 3.12 AsyncIO &amp; High-Performance Coroutines: Concept 4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Python 3.12 AsyncIO &amp; High-Performance Coroutines: Concept 5.</a:t>
            </a:r>
          </a:p>
          <a:p/>
          <a:p>
            <a:r>
              <a:t>Trainer Notes:</a:t>
            </a:r>
          </a:p>
          <a:p>
            <a:r>
              <a:t>Complete Runnable File (ex_python_s7_python_3_12_asyncio_high):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Python 3.12 AsyncIO &amp; High-Performance Coroutines: Concept 5</a:t>
            </a:r>
          </a:p>
          <a:p>
            <a:r>
              <a:t>    message = "Python 3.12 AsyncIO &amp; High-Performance Coroutines: Concept 5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Python 3.12 AsyncIO &amp; High-Performance Coroutines: Concept 6.</a:t>
            </a:r>
          </a:p>
          <a:p/>
          <a:p>
            <a:r>
              <a:t>Trainer Notes:</a:t>
            </a:r>
          </a:p>
          <a:p>
            <a:r>
              <a:t>Complete Runnable File (ex_python_s8_python_3_12_asyncio_high):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Python 3.12 AsyncIO &amp; High-Performance Coroutines: Concept 6</a:t>
            </a:r>
          </a:p>
          <a:p>
            <a:r>
              <a:t>    message = "Python 3.12 AsyncIO &amp; High-Performance Coroutines: Concept 6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Python 3.12 AsyncIO &amp; High-Performance Coroutines: Concept 7.</a:t>
            </a:r>
          </a:p>
          <a:p/>
          <a:p>
            <a:r>
              <a:t>Trainer Notes:</a:t>
            </a:r>
          </a:p>
          <a:p>
            <a:r>
              <a:t>Complete Runnable File (ex_python_s9_python_3_12_asyncio_high):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Python 3.12 AsyncIO &amp; High-Performance Coroutines: Concept 7</a:t>
            </a:r>
          </a:p>
          <a:p>
            <a:r>
              <a:t>    message = "Python 3.12 AsyncIO &amp; High-Performance Coroutines: Concept 7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Give students 5 minutes to write and run this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Quick Knowledge Check.</a:t>
            </a:r>
          </a:p>
          <a:p/>
          <a:p>
            <a:r>
              <a:t>Trainer Notes:</a:t>
            </a:r>
          </a:p>
          <a:p>
            <a:r>
              <a:t>Complete Runnable File (ex_python_s11_quick_knowledge_check):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Quick Knowledge Check</a:t>
            </a:r>
          </a:p>
          <a:p>
            <a:r>
              <a:t>    message = "Quick Knowledge Check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Recap the 3 most essential lessons from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Open the floor for questions and hand out lab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Python 3.12 AsyncIO &amp; High-Performance Coroutines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35199" y="5454650"/>
            <a:ext cx="77215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2563EB"/>
                </a:solidFill>
                <a:latin typeface="Segoe UI"/>
              </a:defRPr>
            </a:pPr>
            <a:r>
              <a:t>Presented By samruddhi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VIT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Python 3.12 AsyncIO &amp; High-Performance Coroutines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Lecture Agenda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1397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Core Syntax &amp; Architecture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Implementation &amp; Code Walkthrough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Hands-on Coding Exercise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Best Practices &amp; Pitfalls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Summary &amp; Next Steps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Lecture Agenda &amp; Objectives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Python 3.12 AsyncIO &amp; High-Performance Coroutines: Concept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Fundamental logic of Python 3.12 AsyncIO &amp; High-Performance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Python 3.12 AsyncIO &amp; High-Performance Corouti...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Python 3.12 AsyncIO &amp; High-Performance Corouti...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Python 3.12 AsyncIO &amp; High-Performance Coroutines: Concept 1   [Unverified]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Python 3.12 AsyncIO &amp; High-Performance Coroutines: Concept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Fundamental logic of Python 3.12 AsyncIO &amp; High-Performance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Python 3.12 AsyncIO &amp; High-Performance Corouti...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Python 3.12 AsyncIO &amp; High-Performance Corouti...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Python 3.12 AsyncIO &amp; High-Performance Coroutines: Concept 2   [Unverified]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Python 3.12 AsyncIO &amp; High-Performance Coroutines: Concept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Fundamental logic of Python 3.12 AsyncIO &amp; High-Performance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Python 3.12 AsyncIO &amp; High-Performance Corouti...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Python 3.12 AsyncIO &amp; High-Performance Corouti...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Python 3.12 AsyncIO &amp; High-Performance Coroutines: Concept 3   [Unverified]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Python 3.12 AsyncIO &amp; High-Performance Coroutines: Concept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Fundamental logic of Python 3.12 AsyncIO &amp; High-Performance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Python 3.12 AsyncIO &amp; High-Performance Corouti...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Python 3.12 AsyncIO &amp; High-Performance Corouti...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Python 3.12 AsyncIO &amp; High-Performance Coroutines: Concept 4   [Unverified]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Python 3.12 AsyncIO &amp; High-Performance Coroutines: Concept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Fundamental logic of Python 3.12 AsyncIO &amp; High-Performance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Python 3.12 AsyncIO &amp; High-Performance Corouti...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Python 3.12 AsyncIO &amp; High-Performance Corouti...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Python 3.12 AsyncIO &amp; High-Performance Coroutines: Concept 5   [Unverified]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Python 3.12 AsyncIO &amp; High-Performance Coroutines: Concept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Fundamental logic of Python 3.12 AsyncIO &amp; High-Performance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Python 3.12 AsyncIO &amp; High-Performance Corouti...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Python 3.12 AsyncIO &amp; High-Performance Corouti...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Python 3.12 AsyncIO &amp; High-Performance Coroutines: Concept 6   [Unverified]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Python 3.12 AsyncIO &amp; High-Performance Coroutines: Concept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Fundamental logic of Python 3.12 AsyncIO &amp; High-Performance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Python 3.12 AsyncIO &amp; High-Performance Corouti...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Python 3.12 AsyncIO &amp; High-Performance Corouti...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Python 3.12 AsyncIO &amp; High-Performance Coroutines: Concept 7   [Unverified]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81099"/>
            <a:ext cx="8229599" cy="419100"/>
          </a:xfrm>
        </p:spPr>
        <p:txBody>
          <a:bodyPr wrap="square"/>
          <a:lstStyle/>
          <a:p>
            <a:pPr algn="l">
              <a:defRPr sz="4200" b="1">
                <a:solidFill>
                  <a:srgbClr val="1E2653"/>
                </a:solidFill>
                <a:latin typeface="Arial"/>
              </a:defRPr>
            </a:pPr>
            <a:r>
              <a:t>Hands-On Lab: Python 3.12 AsyncIO &amp; High-Performance Coroutines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7800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Implement the target logic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Pass all edge case assertions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Observe expected console output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Refactor for optimal performance</a:t>
            </a:r>
          </a:p>
          <a:p>
            <a:pPr>
              <a:defRPr sz="2800" i="1">
                <a:solidFill>
                  <a:srgbClr val="2563EB"/>
                </a:solidFill>
                <a:latin typeface="Segoe UI"/>
              </a:defRPr>
            </a:pPr>
            <a:r>
              <a:t>Exercise Reference: LAB-01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7800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7800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Python 312 AsyncIO  HighPerformance Coroutines Example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compute_result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Result: Verified Output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compute_result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Hands-On Lab: Python 3.12 AsyncIO &amp; High-Performance Coroutines   [Unverified]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Quick Knowledge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Fundamental logic of Quick Knowledge Check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Quick Knowledge Check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Quick Knowledge Check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Quick Knowledge Check   [Unverified]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Key Takeaways &amp;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Mastered core principles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Wrote verified executable code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Understood design trade-offs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Ready for advanced topics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Key Takeaways &amp; Summary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Thank You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Interactive Q&amp;A Session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Hands-on Code Review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Repository Links Shared Online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Next Lab Preview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Thank You &amp;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