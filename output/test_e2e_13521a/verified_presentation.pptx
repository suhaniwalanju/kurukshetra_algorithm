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23849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Java 21 Virtual Thread Running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6E9AD6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841500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