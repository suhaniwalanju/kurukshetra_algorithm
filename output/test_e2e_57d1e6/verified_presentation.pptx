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Spring Boot 3 &amp; Java 21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454650"/>
            <a:ext cx="7721599" cy="323849"/>
          </a:xfrm>
          <a:prstGeom prst="roundRect">
            <a:avLst/>
          </a:prstGeom>
          <a:solidFill>
            <a:srgbClr val="6E9AD6"/>
          </a:solidFill>
          <a:ln w="19050">
            <a:solidFill>
              <a:srgbClr val="42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Presented By Dr.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904999"/>
            <a:ext cx="7721599" cy="55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Modern Java backend engineering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in Spring Boot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Spring Boot 3 REST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Spring Boot 3 REST Controller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Java 21 · 2026-10-16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780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Exposing endpoint with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Fast non-blocking responses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Spring Boot 3 Web Endpoint Initialized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Spring Boot 3 Web Endpoint Initialized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Virtual Threads Executor (Broken)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Virtual Threads Executor (Broken)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Java 21 · 2026-10-16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780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Demonstrating virtual thread creation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Injected syntax error for healing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Java 21 Virtual Thread Running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Java 21 Virtual Thread Running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Hands-On Lab: Scoped Values vs ThreadLocal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Hands-On Lab: Scoped Values vs ThreadLocal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Java 21 · 2026-10-16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7780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Implement scoped value binding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Pass context safely</a:t>
            </a:r>
          </a:p>
          <a:p>
            <a:pPr>
              <a:defRPr sz="2600" i="1">
                <a:solidFill>
                  <a:srgbClr val="6E9AD6"/>
                </a:solidFill>
              </a:defRPr>
            </a:pPr>
            <a:r>
              <a:t>Reference: LAB-JAVA21-01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Exercise Starter Code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Exercise Starter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Summary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Summary &amp; Key Takeaways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5994400"/>
            <a:ext cx="3291840" cy="152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66534"/>
                </a:solidFill>
                <a:latin typeface="Consolas"/>
              </a:defRPr>
            </a:pPr>
            <a:r>
              <a:t>Verified ✔ Ran on Java 21 · 2026-10-16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71699" y="1841500"/>
            <a:ext cx="7848599" cy="869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Java 21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Spring Boot 3 Starters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Production readiness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