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&amp; Spring Boot 3 Microservices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Dr. Arvind Sharma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825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High-throughput microservices using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Spring Boot 3 native compilation patterns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Deterministic verification &amp; sandbox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Java 21 Virtual Threads Architecture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Lightweight user-mode threads managed by JVM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Zero carrier thread pinning on blocking I/O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Millions of concurrent HTTP request handlers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Solution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throws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Exception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var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thread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=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Thread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startVirtualThread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-</a:t>
            </a:r>
            <a:r>
              <a:rPr sz="1900">
                <a:solidFill>
                  <a:srgbClr val="56B6C2"/>
                </a:solidFill>
                <a:latin typeface="Consolas"/>
              </a:rPr>
              <a:t>&gt;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Virtual Thread Executing!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thread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join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Virtual Thread Executing!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Spring Boot 3 RESTful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Spring Boot 3 RESTful Endpoint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Jakarta EE 10 namespace standards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Embedded Tomcat virtual thread executor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Observability via Micrometer tracing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public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class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Solution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public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static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main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String</a:t>
            </a:r>
            <a:r>
              <a:rPr sz="1700">
                <a:solidFill>
                  <a:srgbClr val="56B6C2"/>
                </a:solidFill>
                <a:latin typeface="Consolas"/>
              </a:rPr>
              <a:t>[</a:t>
            </a:r>
            <a:r>
              <a:rPr sz="1700">
                <a:solidFill>
                  <a:srgbClr val="56B6C2"/>
                </a:solidFill>
                <a:latin typeface="Consolas"/>
              </a:rPr>
              <a:t>]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args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String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status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98C379"/>
                </a:solidFill>
                <a:latin typeface="Consolas"/>
              </a:rPr>
              <a:t>UP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port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8080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System</a:t>
            </a:r>
            <a:r>
              <a:rPr sz="1700">
                <a:solidFill>
                  <a:srgbClr val="ABB2BF"/>
                </a:solidFill>
                <a:latin typeface="Consolas"/>
              </a:rPr>
              <a:t>.</a:t>
            </a:r>
            <a:r>
              <a:rPr sz="1700">
                <a:solidFill>
                  <a:srgbClr val="F0F4FA"/>
                </a:solidFill>
                <a:latin typeface="Consolas"/>
              </a:rPr>
              <a:t>out</a:t>
            </a:r>
            <a:r>
              <a:rPr sz="1700">
                <a:solidFill>
                  <a:srgbClr val="ABB2BF"/>
                </a:solidFill>
                <a:latin typeface="Consolas"/>
              </a:rPr>
              <a:t>.</a:t>
            </a:r>
            <a:r>
              <a:rPr sz="1700">
                <a:solidFill>
                  <a:srgbClr val="F0F4FA"/>
                </a:solidFill>
                <a:latin typeface="Consolas"/>
              </a:rPr>
              <a:t>println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98C379"/>
                </a:solidFill>
                <a:latin typeface="Consolas"/>
              </a:rPr>
              <a:t>Service: 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+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status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+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98C379"/>
                </a:solidFill>
                <a:latin typeface="Consolas"/>
              </a:rPr>
              <a:t> on: </a:t>
            </a:r>
            <a:r>
              <a:rPr sz="1700">
                <a:solidFill>
                  <a:srgbClr val="98C379"/>
                </a:solidFill>
                <a:latin typeface="Consolas"/>
              </a:rPr>
              <a:t>"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+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port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Service: UP on: 8080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Structured Concurrency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Structured Concurrency Scope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Fork concurrent user and order service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Ensure fail-fast cancellation on task failure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Synthesize results deterministically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Solution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42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Synthesized: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Synthesized: 42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replace reactive complexity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Spring Boot 3 modernizes enterprise Java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All presentation snippets verified by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