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C17 Memory Safety, Pointer Arithmetic &amp; Sanitizers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2653"/>
                </a:solidFill>
                <a:latin typeface="Segoe UI"/>
              </a:defRPr>
            </a:pPr>
            <a:r>
              <a:t>Presented By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11350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Subject: C 17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Level: Advanced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Agenda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Pointer Arithmetic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Memory Safety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Sanitizers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Pointer Arithmetic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Pointer Arithmetic Basics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Pointer Arithmetic: Increment, Decrement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int *ptr = &amp;x; ptr++;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C 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Pointer Arithmetic Basics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Pointer Arithmetic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Pointer Arithmetic Example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Pointer to Pointer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Pointer to Pointer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Declaring &amp; Using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int **ptrptr = &amp;ptr;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C 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Pointer to Pointer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Pointer to Pointer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Pointer to Pointer Example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Pointer Arithmetic with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Pointer Arithmetic with Arrays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Pointer to Array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int arr[5]; int *ptr = arr;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C 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Pointer Arithmetic with Arrays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Pointer Arithmetic with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Pointer Arithmetic with Arrays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Memory Safety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Memory Safety Concepts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Undefined Behavior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Buffer Overflows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int *ptr = &amp;x; *ptr = 0;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C 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Memory Safety Concepts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Sanitizers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Sanitizers Overview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Valgrind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AddressSanitizer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int *ptr = &amp;x; *ptr = 0;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C 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Sanitizers Overview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Valgrind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Valgrind Usage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Command Line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valgrind ./program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C 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Valgrind Usage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Valgrind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Valgrind Example   •  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AddressSanitizer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AddressSanitizer Usage   •   Slide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Command Line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./program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C 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AddressSanitizer Usage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Pointer Arithmetic and Memory Safety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Pointer Arithmetic and Memory Safety Exercise   •   Slide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Summary   •   Slide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1397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Pointer Arithmetic Basics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Pointer to Pointer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Pointer Arithmetic with Arrays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Memory Safety Concepts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Sanitizers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Closing   •   Slide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Thank You for your attention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Questions are welcome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References provided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