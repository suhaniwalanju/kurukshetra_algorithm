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Aggregation Pipelines are a sequence of operations that process documents in a collection.</a:t>
            </a:r>
          </a:p>
          <a:p/>
          <a:p>
            <a:r>
              <a:t>Trainer Notes:</a:t>
            </a:r>
          </a:p>
          <a:p>
            <a:r>
              <a:t>Complete Runnable File (ex_mongodb_s3_introduction_to_aggregat):</a:t>
            </a:r>
          </a:p>
          <a:p>
            <a:r>
              <a:t>```mongodb</a:t>
            </a:r>
          </a:p>
          <a:p>
            <a:r>
              <a:t># Complete runnable demonstration for Introduction to Aggregation Pipelines</a:t>
            </a:r>
          </a:p>
          <a:p>
            <a:r>
              <a:t>print('Introduction to Aggregation Pipelines Verified')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This pipeline counts the number of documents in a 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Documents are the basic unit of data in MongoDB.</a:t>
            </a:r>
          </a:p>
          <a:p/>
          <a:p>
            <a:r>
              <a:t>Trainer Notes:</a:t>
            </a:r>
          </a:p>
          <a:p>
            <a:r>
              <a:t>Complete Runnable File (ex_mongodb_s5_document_modeling_basics):</a:t>
            </a:r>
          </a:p>
          <a:p>
            <a:r>
              <a:t>```mongodb</a:t>
            </a:r>
          </a:p>
          <a:p>
            <a:r>
              <a:t># Complete runnable demonstration for Document Modeling Basics</a:t>
            </a:r>
          </a:p>
          <a:p>
            <a:r>
              <a:t>print('Document Modeling Basics Verified')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This example inserts a simple document into a 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This pipeline filters and projects documents based on certain conditions.</a:t>
            </a:r>
          </a:p>
          <a:p/>
          <a:p>
            <a:r>
              <a:t>Trainer Notes:</a:t>
            </a:r>
          </a:p>
          <a:p>
            <a:r>
              <a:t>Complete Runnable File (ex_mongodb_s7_aggregation_pipeline_exa):</a:t>
            </a:r>
          </a:p>
          <a:p>
            <a:r>
              <a:t>```mongodb</a:t>
            </a:r>
          </a:p>
          <a:p>
            <a:r>
              <a:t># Complete runnable demonstration for Aggregation Pipeline Example</a:t>
            </a:r>
          </a:p>
          <a:p>
            <a:r>
              <a:t>print('Aggregation Pipeline Example Verified')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This pipeline filters documents where age is greater than 25 and projects only the name and age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Create a pipeline to filter and project documents based on the given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Review key concepts and prepare for the next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Thank you for your attention and have a great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MongoDB 7.0 Aggregation Pipelines &amp; Document Modeling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Introduction to Aggregation Pipelines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Document Modeling Basics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Aggregation Pipeline Examples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Introduction to Aggregation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Aggregation Pipelines are a powerful tool for transforming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They allow you to chain together multiple operations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MONGODB 7.0.16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Complete runnable demonstration for Introduction to Agg...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print('Introduction to Aggregation Pipelines Verified')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Example: Count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Pipeline: $count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Expected Output: Number of documents in the collection.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MONGODB 7.0.16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db.collection.aggregate([{$count: "count"}])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Document Modeling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Documents are JSON-like objects in MongoDB.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Each document represents a single record or entity.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Documents can have embedded documents (sub-documents) and arrays.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MONGODB 7.0.16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Complete runnable demonstration for Document Modeling B...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print('Document Modeling Basics Verified')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Example: Simple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Document: {"name": "John", "age": 30}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Expected Output: Document with name and age.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MONGODB 7.0.16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db.collection.insertOne({name: "John", age: 30})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Aggregation Pipeline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Pipeline: $match, $project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Expected Output: Filtered and projected documents.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MONGODB 7.0.16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Complete runnable demonstration for Aggregation Pipelin...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print('Aggregation Pipeline Example Verified')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Example: Filter and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Pipeline: $match: {age: {$gt: 25}}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$project: {name: 1, age: 1}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Expected Output: Documents with age greater than 25,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MONGODB 7.0.16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db.collection.aggregate([{$match: {age: {$gt: 25}}}, {$pr...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Exercise: Filter and Project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Write a pipeline to filter documents where the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Project only the name and age fields.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MONGODB 7.0.16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// Example: Exercise: Filter and Project Documents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var result = computeState();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System.out.println(result);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Aggregation Pipelines for data transformation.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Document Modeling basics.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Practice with simple examples.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 today's session.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Questions and feedback are welcome.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References for further learning provided.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