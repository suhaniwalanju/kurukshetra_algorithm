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and set clear expectations for today's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Let's create a simple index.</a:t>
            </a:r>
          </a:p>
          <a:p/>
          <a:p>
            <a:r>
              <a:t>Trainer Notes:</a:t>
            </a:r>
          </a:p>
          <a:p>
            <a:r>
              <a:t>Complete Runnable File (ex_python_s3_what_are_indexes):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What are Indexes?</a:t>
            </a:r>
          </a:p>
          <a:p>
            <a:r>
              <a:t>    message = "What are Indexes?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Explore different types of indexes.</a:t>
            </a:r>
          </a:p>
          <a:p/>
          <a:p>
            <a:r>
              <a:t>Trainer Notes:</a:t>
            </a:r>
          </a:p>
          <a:p>
            <a:r>
              <a:t>Complete Runnable File (ex_python_s4_types_of_indexes):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Types of Indexes</a:t>
            </a:r>
          </a:p>
          <a:p>
            <a:r>
              <a:t>    message = "Types of Indexes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Learn about advanced indexing techniques.</a:t>
            </a:r>
          </a:p>
          <a:p/>
          <a:p>
            <a:r>
              <a:t>Trainer Notes:</a:t>
            </a:r>
          </a:p>
          <a:p>
            <a:r>
              <a:t>Complete Runnable File (ex_python_s5_advanced_indexing_techni):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Advanced Indexing Techniques</a:t>
            </a:r>
          </a:p>
          <a:p>
            <a:r>
              <a:t>    message = "Advanced Indexing Techniques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Create a cover index for a query.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Analyze query performance with EXPLAIN.</a:t>
            </a:r>
          </a:p>
          <a:p/>
          <a:p>
            <a:r>
              <a:t>Trainer Notes:</a:t>
            </a:r>
          </a:p>
          <a:p>
            <a:r>
              <a:t>Complete Runnable File (ex_python_s7_explain_plans):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EXPLAIN Plans</a:t>
            </a:r>
          </a:p>
          <a:p>
            <a:r>
              <a:t>    message = "EXPLAIN Plans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Practice analyzing query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Review key concepts covered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Thank students for their attention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PostgreSQL 16 Advanced Indexing &amp; EXPLAIN Plans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5397500"/>
            <a:ext cx="94487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002147"/>
                </a:solidFill>
                <a:latin typeface="Segoe UI"/>
              </a:defRPr>
            </a:pPr>
            <a:r>
              <a:t>Presented By sam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DPU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Understanding Indexes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Advanced Indexing Techniques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EXPLAIN Plans Explained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What are Indexes?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Indexes speed up SELECT queries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Create an index on a table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Syntax: CREATE INDEX index_name ON table_name (column_name)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What are Indexes?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What are Indexes? Executed in Python 3.12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Types of Indexes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B-Tree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Hash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Spatial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Full-Text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Types of Indexes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Types of Indexes Executed in Python 3.12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Advanced Indexing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Cover Indexes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Unique Indexes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Partial Indexes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Advanced Indexing Techniques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Advanced Indexing Techniques Executed in Pytho...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Creating a Cover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Cover an entire query with a single index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Syntax: CREATE INDEX cover_index ON table_name (column1, column2)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CREATE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INDEX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cover_index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ON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orders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order_id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customer_id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EXPLAIN Plans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Shows how PostgreSQL executes a query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Analyzes query performance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Syntax: EXPLAIN (ANALYZE, COSTS, VERBOSE) statement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EXPLAIN Plans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EXPLAIN Plans Executed in Python 3.12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Exercise: Analyzing Query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Analyze the performance of a query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 EXPLAIN to understand the plan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exercise_1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EXPLAIN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ANALYZE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COSTS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VERBOSE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SELECT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*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FROM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orders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WH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Indexes speed up SELECT queries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Create different types of indexes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 EXPLAIN to analyze query performance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635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Thank you for attending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Questions and feedback welcome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