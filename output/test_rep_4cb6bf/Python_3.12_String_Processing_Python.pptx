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Lecture Agenda &amp; Objectives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1 with students.</a:t>
            </a:r>
          </a:p>
          <a:p/>
          <a:p>
            <a:r>
              <a:t>Trainer Notes:</a:t>
            </a:r>
          </a:p>
          <a:p>
            <a:r>
              <a:t>Complete Runnable File (ex_python_s3_advanced_string_manipula):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Manipulation in Python 3.12</a:t>
            </a:r>
          </a:p>
          <a:p>
            <a:r>
              <a:t>    message = "Advanced String Manipulation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String Processing: Concept 2.</a:t>
            </a:r>
          </a:p>
          <a:p/>
          <a:p>
            <a:r>
              <a:t>Trainer Notes:</a:t>
            </a:r>
          </a:p>
          <a:p>
            <a:r>
              <a:t>Complete Runnable File (ex_python_s4_python_3_12_string_proce):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String Processing: Concept 2</a:t>
            </a:r>
          </a:p>
          <a:p>
            <a:r>
              <a:t>    message = "Python 3.12 String Processing: Concept 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3 with students.</a:t>
            </a:r>
          </a:p>
          <a:p/>
          <a:p>
            <a:r>
              <a:t>Trainer Notes:</a:t>
            </a:r>
          </a:p>
          <a:p>
            <a:r>
              <a:t>Complete Runnable File (ex_python_s5_advanced_string_methods_):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Python 3.12 String Processing: Concept 4 with students.</a:t>
            </a:r>
          </a:p>
          <a:p/>
          <a:p>
            <a:r>
              <a:t>Trainer Notes:</a:t>
            </a:r>
          </a:p>
          <a:p>
            <a:r>
              <a:t>Complete Runnable File (ex_python_s6_advanced_string_methods_):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Quick Knowledge Check with students.</a:t>
            </a:r>
          </a:p>
          <a:p/>
          <a:p>
            <a:r>
              <a:t>Trainer Notes:</a:t>
            </a:r>
          </a:p>
          <a:p>
            <a:r>
              <a:t>Complete Runnable File (ex_python_s8_advanced_string_methods_):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Advanced String Methods in Python 3.12</a:t>
            </a:r>
          </a:p>
          <a:p>
            <a:r>
              <a:t>    message = "Advanced String Methods in Python 3.12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Key Takeaways &amp; Summary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Thank You &amp; Questions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String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Prof. Report Available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String Processing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added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Unicode handling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string formatting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More efficient string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example_string_method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capitalize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example_string_method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Manipulation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added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Unicode handling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string formatting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More efficient string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Manipulation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Manipulation in Python 3.12 Ex...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String Processing: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String Processing: Concept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String Processing: Concept 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String Processing: Concept 2 Execu...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Added support for f-strings with more features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Unicode support for internationalization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for text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Enhanced string comparison functions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Python 3.12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String Processing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Advanced String Methods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 methods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for efficiency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for text processing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String immutability remains unchanged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Advanced String Methods in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Advanced String Methods in Python 3.12 Execute...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String Processing in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971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New string methods added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Improved string formatting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Unicode normalization improvements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Performance optimizations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971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971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capitalize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lower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upper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title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swapcase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example_function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Wrapping Up: Python 3.12 String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41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Explore new string methods in Python 3.12.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Learn about the new f-string formatting improvements.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 the impact of these changes on your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Practice with examples to reinforce learning.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413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413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example_usage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Hello, World!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f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Original: 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, Updated: 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upper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example_usage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