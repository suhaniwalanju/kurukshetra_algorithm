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Java 21 Virtual Threads &amp; Structured Concurrency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36550"/>
          </a:xfrm>
          <a:prstGeom prst="roundRect">
            <a:avLst/>
          </a:prstGeom>
          <a:solidFill>
            <a:srgbClr val="6E9AD6"/>
          </a:solidFill>
          <a:ln w="19050">
            <a:solidFill>
              <a:srgbClr val="42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Presented By Prof.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04999"/>
            <a:ext cx="7721599" cy="8064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Presented By Prof. Samruddhi Khade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Subject: Java 21 Virtual Threads &amp; Structured Concurrency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Level: Intermediate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Agenda   •   Presented By Prof. Samruddhi Khade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869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Understanding Structured Concurrency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Hands-on with Virtual Threads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Virtual Threads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Virtual Threads   •   Presented By Prof. Samruddhi Khade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lightweight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Implemented as a part of Java 21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native threads under the hood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Virtual Threads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Virtual Threads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Virtual Threads Example   •   Presented By Prof. Samruddhi Khade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class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VirtualThreadExample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static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main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56B6C2"/>
                </a:solidFill>
                <a:latin typeface="Consolas"/>
              </a:rPr>
              <a:t>[</a:t>
            </a:r>
            <a:r>
              <a:rPr sz="2000">
                <a:solidFill>
                  <a:srgbClr val="56B6C2"/>
                </a:solidFill>
                <a:latin typeface="Consolas"/>
              </a:rPr>
              <a:t>]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Virtual Threads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Virtual Threads Architecture   •   Presented By Prof. Samruddhi Khade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pic>
        <p:nvPicPr>
          <p:cNvPr id="6" name="Picture 5" descr="diag_slid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649" y="1778000"/>
            <a:ext cx="3994149" cy="40385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Structured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Structured Concurrency   •   Presented By Prof. Samruddhi Khade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Promotes better control over thread execution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Uses `async` and `await` keywords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Easier to reason about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Structured Concurrency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Structured Concurrency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Structured Concurrency Example   •   Presented By Prof. Samruddhi Khade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class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StructuredConcurrencyExample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static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main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56B6C2"/>
                </a:solidFill>
                <a:latin typeface="Consolas"/>
              </a:rPr>
              <a:t>[</a:t>
            </a:r>
            <a:r>
              <a:rPr sz="2000">
                <a:solidFill>
                  <a:srgbClr val="56B6C2"/>
                </a:solidFill>
                <a:latin typeface="Consolas"/>
              </a:rPr>
              <a:t>]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Virtual Threads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Virtual Threads Exercise   •   Presented By Prof. Samruddhi Khade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15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class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VirtualThreadsExercise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static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main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56B6C2"/>
                </a:solidFill>
                <a:latin typeface="Consolas"/>
              </a:rPr>
              <a:t>[</a:t>
            </a:r>
            <a:r>
              <a:rPr sz="2000">
                <a:solidFill>
                  <a:srgbClr val="56B6C2"/>
                </a:solidFill>
                <a:latin typeface="Consolas"/>
              </a:rPr>
              <a:t>]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Java 21 Virtual Threads &amp; Structured Concurrency: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Java 21 Virtual Threads &amp; Structured Concurrency: Part   •   Presented By Prof. Samruddhi Khade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869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and Structured Concurrency are new features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lightweight threads implemented as native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simplifies thread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36550"/>
          </a:xfrm>
          <a:prstGeom prst="roundRect">
            <a:avLst/>
          </a:prstGeom>
          <a:solidFill>
            <a:srgbClr val="6E9AD6"/>
          </a:solidFill>
          <a:ln w="19050">
            <a:solidFill>
              <a:srgbClr val="42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Presented By Prof.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04999"/>
            <a:ext cx="7721599" cy="8064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Questions are welcome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References: Java 21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