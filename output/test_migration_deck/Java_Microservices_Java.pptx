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Service   •   Slide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PLAINTEXT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Pinned runtime upgrade: Java 21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import jakarta.servlet.http.HttpServlet;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public class Solution {}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