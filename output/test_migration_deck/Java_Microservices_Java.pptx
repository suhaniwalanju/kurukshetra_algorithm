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684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4748B"/>
                </a:solidFill>
                <a:latin typeface="Segoe UI"/>
              </a:defRPr>
            </a:pPr>
            <a:r>
              <a:t>VIT   •   Service   •   Slide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84350"/>
            <a:ext cx="3505199" cy="2159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40399" y="1784350"/>
            <a:ext cx="4470399" cy="2159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200">
                <a:solidFill>
                  <a:srgbClr val="60A5FA"/>
                </a:solidFill>
                <a:latin typeface="Consolas"/>
              </a:defRPr>
            </a:pPr>
            <a:r>
              <a:t>// Language: PLAINTEXT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// Pinned runtime upgrade: Java 21
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import jakarta.servlet.http.HttpServlet;
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public class Solution {}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