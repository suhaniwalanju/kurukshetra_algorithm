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28800"/>
            <a:ext cx="9445752" cy="164592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40480"/>
            <a:ext cx="9445752" cy="109728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6217920"/>
            <a:ext cx="8229600" cy="32004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950976"/>
            <a:ext cx="9445752" cy="64008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71600" y="1709928"/>
            <a:ext cx="9445752" cy="429768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6217920"/>
            <a:ext cx="8229600" cy="32004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58400" y="6217920"/>
            <a:ext cx="914400" cy="32004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950976"/>
            <a:ext cx="9445752" cy="64008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1709928"/>
            <a:ext cx="4572000" cy="429768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709928"/>
            <a:ext cx="4572000" cy="429768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371600" y="6217920"/>
            <a:ext cx="8229600" cy="32004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058400" y="6217920"/>
            <a:ext cx="914400" cy="32004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" name="Picture 3" descr="VIT_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199" y="1168400"/>
            <a:ext cx="8229599" cy="438149"/>
          </a:xfrm>
        </p:spPr>
        <p:txBody>
          <a:bodyPr wrap="square"/>
          <a:lstStyle/>
          <a:p>
            <a:pPr algn="l">
              <a:defRPr sz="4400" b="1">
                <a:solidFill>
                  <a:srgbClr val="1E2653"/>
                </a:solidFill>
                <a:latin typeface="Arial"/>
              </a:defRPr>
            </a:pPr>
            <a:r>
              <a:t>Service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40399" y="1784350"/>
            <a:ext cx="4470399" cy="2159000"/>
          </a:xfrm>
        </p:spPr>
        <p:txBody>
          <a:bodyPr/>
          <a:lstStyle/>
          <a:p/>
        </p:txBody>
      </p:sp>
      <p:pic>
        <p:nvPicPr>
          <p:cNvPr id="5" name="Picture 4" descr="dp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82880"/>
            <a:ext cx="2926080" cy="7315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740399" y="1784350"/>
            <a:ext cx="4470399" cy="21590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/>
          <a:lstStyle/>
          <a:p>
            <a:pPr algn="ctr">
              <a:spcAft>
                <a:spcPts val="600"/>
              </a:spcAft>
              <a:defRPr sz="1400">
                <a:solidFill>
                  <a:srgbClr val="60A5FA"/>
                </a:solidFill>
                <a:latin typeface="Consolas"/>
              </a:defRPr>
            </a:pPr>
            <a:r>
              <a:t>// PLAINTEXT</a:t>
            </a:r>
          </a:p>
          <a:p>
            <a:pPr>
              <a:spcAft>
                <a:spcPts val="200"/>
              </a:spcAft>
              <a:defRPr sz="1400">
                <a:latin typeface="Consolas"/>
              </a:defRPr>
            </a:pPr>
            <a:r>
              <a:rPr sz="1400">
                <a:solidFill>
                  <a:srgbClr val="F0F4FA"/>
                </a:solidFill>
                <a:latin typeface="Consolas"/>
              </a:rPr>
              <a:t>// Pinned runtime upgrade: Java 21</a:t>
            </a:r>
          </a:p>
          <a:p>
            <a:pPr>
              <a:spcAft>
                <a:spcPts val="200"/>
              </a:spcAft>
              <a:defRPr sz="1400">
                <a:latin typeface="Consolas"/>
              </a:defRPr>
            </a:pPr>
            <a:r>
              <a:rPr sz="1400">
                <a:solidFill>
                  <a:srgbClr val="F0F4FA"/>
                </a:solidFill>
                <a:latin typeface="Consolas"/>
              </a:rPr>
              <a:t>import jakarta.servlet.http.HttpServlet;</a:t>
            </a:r>
          </a:p>
          <a:p>
            <a:pPr>
              <a:spcAft>
                <a:spcPts val="200"/>
              </a:spcAft>
              <a:defRPr sz="1400">
                <a:latin typeface="Consolas"/>
              </a:defRPr>
            </a:pPr>
            <a:r>
              <a:rPr sz="1400">
                <a:solidFill>
                  <a:srgbClr val="F0F4FA"/>
                </a:solidFill>
                <a:latin typeface="Consolas"/>
              </a:rPr>
              <a:t>public class Solution {}</a:t>
            </a:r>
          </a:p>
        </p:txBody>
      </p:sp>
      <p:sp>
        <p:nvSpPr>
          <p:cNvPr id="7" name="Footer Placeholder"/>
          <p:cNvSpPr txBox="1"/>
          <p:nvPr/>
        </p:nvSpPr>
        <p:spPr>
          <a:xfrm>
            <a:off x="1981199" y="5994400"/>
            <a:ext cx="8229599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>
                <a:solidFill>
                  <a:srgbClr val="64748B"/>
                </a:solidFill>
                <a:latin typeface="Segoe UI"/>
              </a:defRPr>
            </a:pPr>
            <a:r>
              <a:t>VIT   •   Service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