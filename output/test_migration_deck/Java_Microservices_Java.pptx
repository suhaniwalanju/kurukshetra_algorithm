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74750"/>
            <a:ext cx="8229599" cy="42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425C80"/>
                </a:solidFill>
                <a:latin typeface="Arial"/>
              </a:defRPr>
            </a:pPr>
            <a:r>
              <a:t>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64748B"/>
                </a:solidFill>
                <a:latin typeface="Segoe UI"/>
              </a:defRPr>
            </a:pPr>
            <a:r>
              <a:t>VIT   •   Service   •   Slide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1199" y="1778000"/>
            <a:ext cx="3994149" cy="158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6649" y="1778000"/>
            <a:ext cx="3994149" cy="939799"/>
          </a:xfrm>
          <a:prstGeom prst="roundRect">
            <a:avLst/>
          </a:prstGeom>
          <a:solidFill>
            <a:srgbClr val="1E1E2E"/>
          </a:solidFill>
          <a:ln w="1905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800"/>
              </a:spcAft>
              <a:defRPr sz="1300">
                <a:solidFill>
                  <a:srgbClr val="8C9BAF"/>
                </a:solidFill>
                <a:latin typeface="Consolas"/>
              </a:defRPr>
            </a:pPr>
            <a:r>
              <a:t>// Language: PLAINTEXT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// Pinned runtime upgrade: Java 21
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import jakarta.servlet.http.HttpServlet;
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public class Solution {}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