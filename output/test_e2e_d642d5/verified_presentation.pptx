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to advanced Java 21 and Spring Boot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System.out.println("Spring Boot 3 Web Endpoint Initialized");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System.out.println("Java 21 Virtual Thread Running")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System.out.println("Exercise Starter Code");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Dr. Samruddhi Khade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Spring Boot 3 Web Endpoint Initialize...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java.io.*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Java 21 Virtual Thread Runnin...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LAB-JAVA21-01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