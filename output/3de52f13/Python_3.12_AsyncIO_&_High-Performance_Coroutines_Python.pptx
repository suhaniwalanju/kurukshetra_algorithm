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state session learning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Outline the roadmap of topics to be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AsyncIO &amp; High-Performance Coroutines: Concept 1.</a:t>
            </a:r>
          </a:p>
          <a:p/>
          <a:p>
            <a:r>
              <a:t>Trainer Notes:</a:t>
            </a:r>
          </a:p>
          <a:p>
            <a:r>
              <a:t>Complete Runnable File (ex_python_s3_python_3_12_asyncio_high):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AsyncIO &amp; High-Performance Coroutines: Concept 1</a:t>
            </a:r>
          </a:p>
          <a:p>
            <a:r>
              <a:t>    message = "Python 3.12 AsyncIO &amp; High-Performance Coroutines: Concept 1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AsyncIO &amp; High-Performance Coroutines: Concept 2 with students.</a:t>
            </a:r>
          </a:p>
          <a:p/>
          <a:p>
            <a:r>
              <a:t>Trainer Notes:</a:t>
            </a:r>
          </a:p>
          <a:p>
            <a:r>
              <a:t>Complete Runnable File (ex_python_s4_introduction_to_asyncio_):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Introduction to AsyncIO in Python 3.12</a:t>
            </a:r>
          </a:p>
          <a:p>
            <a:r>
              <a:t>    message = "Introduction to AsyncIO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AsyncIO &amp; High-Performance Coroutines: Concept 3 with students.</a:t>
            </a:r>
          </a:p>
          <a:p/>
          <a:p>
            <a:r>
              <a:t>Trainer Notes:</a:t>
            </a:r>
          </a:p>
          <a:p>
            <a:r>
              <a:t>Complete Runnable File (ex_python_s5_introduction_to_asyncio_):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Introduction to AsyncIO in Python 3.12</a:t>
            </a:r>
          </a:p>
          <a:p>
            <a:r>
              <a:t>    message = "Introduction to AsyncIO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AsyncIO &amp; High-Performance Coroutines: Concept 4.</a:t>
            </a:r>
          </a:p>
          <a:p/>
          <a:p>
            <a:r>
              <a:t>Trainer Notes:</a:t>
            </a:r>
          </a:p>
          <a:p>
            <a:r>
              <a:t>Complete Runnable File (ex_python_s6_python_3_12_asyncio_high):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AsyncIO &amp; High-Performance Coroutines: Concept 4</a:t>
            </a:r>
          </a:p>
          <a:p>
            <a:r>
              <a:t>    message = "Python 3.12 AsyncIO &amp; High-Performance Coroutines: Concept 4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AsyncIO &amp; High-Performance Coroutines: Concept 5 with students.</a:t>
            </a:r>
          </a:p>
          <a:p/>
          <a:p>
            <a:r>
              <a:t>Trainer Notes:</a:t>
            </a:r>
          </a:p>
          <a:p>
            <a:r>
              <a:t>Complete Runnable File (ex_python_s7_python_3_12_asyncio_high):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AsyncIO &amp; High-Performance Coroutines</a:t>
            </a:r>
          </a:p>
          <a:p>
            <a:r>
              <a:t>    message = "Python 3.12 AsyncIO &amp; High-Performance Coroutines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Give students 5 minutes to write and run this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Quick Knowledge Check.</a:t>
            </a:r>
          </a:p>
          <a:p/>
          <a:p>
            <a:r>
              <a:t>Trainer Notes:</a:t>
            </a:r>
          </a:p>
          <a:p>
            <a:r>
              <a:t>Complete Runnable File (ex_python_s9_quick_knowledge_check):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Quick Knowledge Check</a:t>
            </a:r>
          </a:p>
          <a:p>
            <a:r>
              <a:t>    message = "Quick Knowledge Check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Key Takeaways &amp; Summary with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Open the floor for questions and hand out lab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isha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Lecture Agenda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39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Core Syntax &amp; Architecture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Implementation &amp; Code Walkthrough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Hands-on Coding Exercise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Best Practices &amp; Pitfalls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Summary &amp; Next Steps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Lecture Agenda &amp;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Coroutines: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Python 3.12 AsyncIO &amp; High-Performance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Coroutines: Concept 1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AsyncIO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41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simplifies asynchronous programming in Python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New features for better coroutine management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Supports non-blocking I/O operations efficiently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Enhanced concurrency with asyncio.run()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413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41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Introduction to AsyncIO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Introduction to AsyncIO in Python 3.12 Execute...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Introduction to AsyncIO in Python 3.12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AsyncIO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41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for non-blocking I/O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Enhanced concurrency with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Built-in support for asynchronous generators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Improved error handling and cancellation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413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41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Introduction to AsyncIO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Introduction to AsyncIO in Python 3.12 Execute...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Introduction to AsyncIO in Python 3.12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Coroutines: Concept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Python 3.12 AsyncIO &amp; High-Performance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Coroutines: Concept 4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41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Introduction to AsyncIO in Python 3.12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Enhanced support for async/await syntax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New features for better coroutine management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Performance improvements with asyncio.run()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413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41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AsyncIO &amp; High-Performance Coroutines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81099"/>
            <a:ext cx="8229599" cy="419100"/>
          </a:xfrm>
        </p:spPr>
        <p:txBody>
          <a:bodyPr wrap="square"/>
          <a:lstStyle/>
          <a:p>
            <a:pPr algn="l">
              <a:defRPr sz="4200" b="1">
                <a:solidFill>
                  <a:srgbClr val="1E2653"/>
                </a:solidFill>
                <a:latin typeface="Arial"/>
              </a:defRPr>
            </a:pPr>
            <a:r>
              <a:t>Hands-On Lab: Python 3.12 AsyncIO &amp; High-Performance 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7800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Implement the target logic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Pass all edge case assertions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Observe expected console output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Refactor for optimal performance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LAB-01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7800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7800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Python 312 AsyncIO  HighPerformance Coroutines Example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Result: Verified Output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Hands-On Lab: Python 3.12 AsyncIO &amp; High-Performance Coroutines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Quick Knowledge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Quick Knowledge Check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Quick Knowledge Check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Quick Knowledge Check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Quick Knowledge Check   [Unverified]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41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Introduces new features for async programming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Enhances concurrency with improved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Optimizes performance with new asyncio primitives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Supports async generators and async comprehensions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413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41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async def example_coroutine():</a:t>
            </a:r>
            <a:r>
              <a:rPr sz="1400">
                <a:solidFill>
                  <a:srgbClr val="98C379"/>
                </a:solidFill>
                <a:latin typeface="Consolas"/>
              </a:rPr>
              <a:t>\n</a:t>
            </a:r>
            <a:r>
              <a:rPr sz="1400">
                <a:solidFill>
                  <a:srgbClr val="98C379"/>
                </a:solidFill>
                <a:latin typeface="Consolas"/>
              </a:rPr>
              <a:t>      await asyncio.sl...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   [Unverified]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Thank You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Interactive Q&amp;A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Hands-on Code Review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Repository Links Shared Online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Next Lab Preview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Thank You &amp;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