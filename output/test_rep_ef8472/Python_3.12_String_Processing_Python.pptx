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String Processing with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Lecture Agenda &amp; Objectives with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String Processing: Concept 1 with students.</a:t>
            </a:r>
          </a:p>
          <a:p/>
          <a:p>
            <a:r>
              <a:t>Trainer Notes:</a:t>
            </a:r>
          </a:p>
          <a:p>
            <a:r>
              <a:t>Complete Runnable File (ex_python_s3_advanced_string_methods_):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Advanced String Methods in Python 3.12</a:t>
            </a:r>
          </a:p>
          <a:p>
            <a:r>
              <a:t>    message = "Advanced String Methods in Python 3.12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String Processing: Concept 2 with students.</a:t>
            </a:r>
          </a:p>
          <a:p/>
          <a:p>
            <a:r>
              <a:t>Trainer Notes:</a:t>
            </a:r>
          </a:p>
          <a:p>
            <a:r>
              <a:t>Complete Runnable File (ex_python_s4_string_processing_in_pyt):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String Processing in Python 3.12</a:t>
            </a:r>
          </a:p>
          <a:p>
            <a:r>
              <a:t>    message = "String Processing in Python 3.12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String Processing: Concept 3 with students.</a:t>
            </a:r>
          </a:p>
          <a:p/>
          <a:p>
            <a:r>
              <a:t>Trainer Notes:</a:t>
            </a:r>
          </a:p>
          <a:p>
            <a:r>
              <a:t>Complete Runnable File (ex_python_s5_advanced_string_methods_):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Advanced String Methods in Python 3.12</a:t>
            </a:r>
          </a:p>
          <a:p>
            <a:r>
              <a:t>    message = "Advanced String Methods in Python 3.12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String Processing: Concept 4 with students.</a:t>
            </a:r>
          </a:p>
          <a:p/>
          <a:p>
            <a:r>
              <a:t>Trainer Notes:</a:t>
            </a:r>
          </a:p>
          <a:p>
            <a:r>
              <a:t>Complete Runnable File (ex_python_s6_advanced_string_methods_):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Advanced String Methods in Python 3.12</a:t>
            </a:r>
          </a:p>
          <a:p>
            <a:r>
              <a:t>    message = "Advanced String Methods in Python 3.12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Give students 5 minutes to write and run this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Quick Knowledge Check with students.</a:t>
            </a:r>
          </a:p>
          <a:p/>
          <a:p>
            <a:r>
              <a:t>Trainer Notes:</a:t>
            </a:r>
          </a:p>
          <a:p>
            <a:r>
              <a:t>Complete Runnable File (ex_python_s8_advanced_string_methods_):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Advanced String Methods in Python 3.12</a:t>
            </a:r>
          </a:p>
          <a:p>
            <a:r>
              <a:t>    message = "Advanced String Methods in Python 3.12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Recap the 3 most essential lessons from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Thank You &amp; Questions with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Exploring New Features in Python 3.12: String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Prof. Report Available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String Processing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string formatting methods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string methods for efficiency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Unicode normalization and handling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String interpolation with f-strings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example_string_formatting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Hello, </a:t>
            </a:r>
            <a:r>
              <a:rPr sz="1400">
                <a:solidFill>
                  <a:srgbClr val="98C379"/>
                </a:solidFill>
                <a:latin typeface="Consolas"/>
              </a:rPr>
              <a:t>{name}</a:t>
            </a:r>
            <a:r>
              <a:rPr sz="1400">
                <a:solidFill>
                  <a:srgbClr val="98C379"/>
                </a:solidFill>
                <a:latin typeface="Consolas"/>
              </a:rPr>
              <a:t>! Your age is </a:t>
            </a:r>
            <a:r>
              <a:rPr sz="1400">
                <a:solidFill>
                  <a:srgbClr val="98C379"/>
                </a:solidFill>
                <a:latin typeface="Consolas"/>
              </a:rPr>
              <a:t>{age}</a:t>
            </a:r>
            <a:r>
              <a:rPr sz="1400">
                <a:solidFill>
                  <a:srgbClr val="98C379"/>
                </a:solidFill>
                <a:latin typeface="Consolas"/>
              </a:rPr>
              <a:t>.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format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name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Alice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age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D19A66"/>
                </a:solidFill>
                <a:latin typeface="Consolas"/>
              </a:rPr>
              <a:t>30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example_string_formatting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Advanced String Methods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string formatting methods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string join() method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Enhanced string split() method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String interpolation with f-strings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Advanced String Methods in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Advanced String Methods in Python 3.12 Execute...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String Processing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string formatting methods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string methods for efficiency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Unicode normalization improvements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Enhanced string immutability checks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String Processing in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String Processing in Python 3.12 Executed in P...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Advanced String Methods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string formatting methods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string methods for efficiency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Unicode normalization support added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Bug fixes and performance enhancements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Advanced String Methods in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Advanced String Methods in Python 3.12 Execute...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Advanced String Methods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string formatting methods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string methods for efficiency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Unicode normalization for text processing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Unicode-aware string operations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Advanced String Methods in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Advanced String Methods in Python 3.12 Execute...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Hands-On Lab: Python 3.12 String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the target logic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all edge case assertions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Observe expected console output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Refactor for optimal performance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LAB-01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Python 312 String Processing Example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compute_result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Result: Verified Output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compute_result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Advanced String Methods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string formatting methods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string methods for efficiency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Unicode normalization for text processing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Enhanced string slicing capabilities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Advanced String Methods in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Advanced String Methods in Python 3.12 Execute...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Key Takeaways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Mastered core principles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Wrote verified executable code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Understood design trade-offs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Ready for advanced topics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Wrapping Up: Python 3.12 String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Explore new string methods in Python 3.12.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Learn about string interpolation and f-strings.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 the impact of new string operations.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Practice with examples in your code.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example_string_operation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text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Hello, world!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result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text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center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40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-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result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example_string_operation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