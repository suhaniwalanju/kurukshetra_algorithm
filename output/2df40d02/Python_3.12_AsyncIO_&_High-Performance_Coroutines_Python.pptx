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Introduce the concept of AsyncIO and its benefits.</a:t>
            </a:r>
          </a:p>
          <a:p/>
          <a:p>
            <a:r>
              <a:t>Trainer Notes:</a:t>
            </a:r>
          </a:p>
          <a:p>
            <a:r>
              <a:t>Complete Runnable File (ex_python_s3_asyncio_basics):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AsyncIO Basics</a:t>
            </a:r>
          </a:p>
          <a:p>
            <a:r>
              <a:t>    message = "AsyncIO Basics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the code and expected output for read_file().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coroutines and tasks in AsyncIO.</a:t>
            </a:r>
          </a:p>
          <a:p/>
          <a:p>
            <a:r>
              <a:t>Trainer Notes:</a:t>
            </a:r>
          </a:p>
          <a:p>
            <a:r>
              <a:t>Complete Runnable File (ex_python_s5_coroutines_and_tasks):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Coroutines and Tasks</a:t>
            </a:r>
          </a:p>
          <a:p>
            <a:r>
              <a:t>    message = "Coroutines and Tasks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the code and expected output for coroutine and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Introduce asyncio.gather() for managing multiple coroutines.</a:t>
            </a:r>
          </a:p>
          <a:p/>
          <a:p>
            <a:r>
              <a:t>Trainer Notes:</a:t>
            </a:r>
          </a:p>
          <a:p>
            <a:r>
              <a:t>Complete Runnable File (ex_python_s7_asyncio_gather):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Asyncio.gather()</a:t>
            </a:r>
          </a:p>
          <a:p>
            <a:r>
              <a:t>    message = "Asyncio.gather()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the code and expected output for asyncio.gather().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Provide a hands-on exercise for students to practice AsyncIO and coroutines.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Review key concepts and prepare for the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Conclude the session with a thank you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AsyncIO &amp; High-Performance Coroutines: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AsyncIO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High-Performance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Code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AsyncIO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Asynchronous I/O for non-blocking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async def read_file()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AsyncIO Basics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AsyncIO Basics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 Code: read_file()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Reads a file asynchronously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code provided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read_file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with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aiofiles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open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file.txt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r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read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Coroutines and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Coroutines for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Tasks for managing coroutines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Coroutines and Tasks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Coroutines and Tasks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 Code: Coroutine and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coroutine and task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code provided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Coroutine completed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task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create_task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Asyncio.gather()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Combines multiple coroutines into one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asyncio.gather()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Asyncio.gather()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Asyncio.gather()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 Code: asyncio.gather()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Combines 5 coroutines into one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code provided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gather_example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coros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create_task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_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ra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gather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F0F4FA"/>
                </a:solidFill>
                <a:latin typeface="Consolas"/>
              </a:rPr>
              <a:t>coros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Using AsyncIO and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Write a coroutine that reads 10 files asynchronously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asyncio.gather() to manage the coroutines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read_files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coros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create_task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read_file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f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gather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F0F4FA"/>
                </a:solidFill>
                <a:latin typeface="Consolas"/>
              </a:rPr>
              <a:t>coros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AsyncIO &amp; High-Performance Coroutines: Part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AsyncIO for non-blocking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Coroutines for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Tasks for managing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Gather for combining coroutines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AsyncIO &amp; High-Performance Coroutines: Part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and feedback welcome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provided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