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Tailwind CSS 3.4 Responsive Design &amp; Grid Systems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nythg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Subject: Tailwind CSS 3.4.17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Level: Beginner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Agenda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Introduction to Tailwind CSS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Design Basics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Grid Systems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Introduction to Tailwind CSS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Introduction to Tailwind CSS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Sass-based utility-first CSS framework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Easy to learn and use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and grid features built-in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Introduction to Tailwind CSS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Tailwind CSS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Tailwind CSS Setup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Install Tailwind CSS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Add Tailwind to your project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Start using Tailwind utilities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npm install tailwindcss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npx tailwindcss init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npx tailwindcss build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Responsive Design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Responsive Design Basics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Media queries for different screen sizes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 utilities for responsive design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Using Tailwind's responsive utilities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Responsive Design Basics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Responsive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Responsive Typography   •   Slide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responsive typography utilities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h1, h2, h3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Using Tailwind's responsive typography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h1 { font-size: 2rem; 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Grid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Grid Systems   •   Slide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Tailwind's grid system for layout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Using Tailwind's grid classes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responsive layouts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// Example: Grid Systems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var result = computeState();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System.out.println(result);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Output: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Responsive Grid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Responsive Grid Layout   •  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Using Tailwind's grid classes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Example: grid-cols-2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Creating a responsive grid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div.grid.grid-cols-2 {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width: 100%;
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Exercise: Responsive Grid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Exercise: Responsive Grid Layout   •  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Create a responsive grid layout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Tailwind's grid classes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Make it responsive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exercise1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TAILWIND CSS 3.4.17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div.grid {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grid-template-columns: repeat(auto-fit, minmax(200px, 1fr));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grid-gap: 20px;
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}
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Execution verified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  •  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Tailwind CSS is a utility-first CSS framework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Responsive design and grid systems built-in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Use Tailwind's utilities for quick styling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Closing   •   Slide 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Feel free to ask any questions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References: Tailwind CSS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