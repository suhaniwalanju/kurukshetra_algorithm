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see how state is used in a simple React component.</a:t>
            </a:r>
          </a:p>
          <a:p/>
          <a:p>
            <a:r>
              <a:t>Trainer Notes:</a:t>
            </a:r>
          </a:p>
          <a:p>
            <a:r>
              <a:t>Complete Runnable File (ex_python_s3_react_state_basics):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React State Basics</a:t>
            </a:r>
          </a:p>
          <a:p>
            <a:r>
              <a:t>    message = "React State Basics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practice updating state with setState().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Custom Hooks allow us to reuse logic in our components.</a:t>
            </a:r>
          </a:p>
          <a:p/>
          <a:p>
            <a:r>
              <a:t>Trainer Notes:</a:t>
            </a:r>
          </a:p>
          <a:p>
            <a:r>
              <a:t>Complete Runnable File (ex_python_s5_custom_hooks_introductio):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Custom Hooks Introduction</a:t>
            </a:r>
          </a:p>
          <a:p>
            <a:r>
              <a:t>    message = "Custom Hooks Introduction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use the useState hook to create a simple counter.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create a custom hook for a countdown timer.</a:t>
            </a:r>
          </a:p>
          <a:p/>
          <a:p>
            <a:r>
              <a:t>Trainer Notes:</a:t>
            </a:r>
          </a:p>
          <a:p>
            <a:r>
              <a:t>Complete Runnable File (ex_python_s7_custom_hook_example):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Custom Hook Example</a:t>
            </a:r>
          </a:p>
          <a:p>
            <a:r>
              <a:t>    message = "Custom Hook Example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build a countdown timer using the useCountdown custom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Thank you for attending today's session. Any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React 18 State Management &amp; Custom Hooks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React 18 State Management &amp; Custom Hooks: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Understanding React State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Custom Hooks Overview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State Management Best Practices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React State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State is a key concept in React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State is a property of a component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State is immutable by default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React State Basics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React State Basics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State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Updating state with setState()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setState() is asynchronous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this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setState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  <a:r>
              <a:rPr sz="1400">
                <a:solidFill>
                  <a:srgbClr val="F0F4FA"/>
                </a:solidFill>
                <a:latin typeface="Consolas"/>
              </a:rPr>
              <a:t>\</a:t>
            </a:r>
            <a:r>
              <a:rPr sz="1400">
                <a:solidFill>
                  <a:srgbClr val="F0F4FA"/>
                </a:solidFill>
                <a:latin typeface="Consolas"/>
              </a:rPr>
              <a:t>n</a:t>
            </a:r>
            <a:r>
              <a:rPr sz="1400">
                <a:solidFill>
                  <a:srgbClr val="F0F4FA"/>
                </a:solidFill>
                <a:latin typeface="Consolas"/>
              </a:rPr>
              <a:t> 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Hello, DPU!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F0F4FA"/>
                </a:solidFill>
                <a:latin typeface="Consolas"/>
              </a:rPr>
              <a:t>\</a:t>
            </a:r>
            <a:r>
              <a:rPr sz="1400">
                <a:solidFill>
                  <a:srgbClr val="F0F4FA"/>
                </a:solidFill>
                <a:latin typeface="Consolas"/>
              </a:rPr>
              <a:t>n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Custom Hooks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Hooks are reusable pieces of logic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Hooks are not functions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Hooks are called inside a function component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Custom Hooks Introduction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Custom Hooks Introduction Executed in Python 3...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useState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useState() returns an array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First element is the initial state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Second element is a function to update state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const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[</a:t>
            </a:r>
            <a:r>
              <a:rPr sz="1400">
                <a:solidFill>
                  <a:srgbClr val="F0F4FA"/>
                </a:solidFill>
                <a:latin typeface="Consolas"/>
              </a:rPr>
              <a:t>count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setCount</a:t>
            </a:r>
            <a:r>
              <a:rPr sz="1400">
                <a:solidFill>
                  <a:srgbClr val="ABB2BF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useState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0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  <a:r>
              <a:rPr sz="1400">
                <a:solidFill>
                  <a:srgbClr val="F0F4FA"/>
                </a:solidFill>
                <a:latin typeface="Consolas"/>
              </a:rPr>
              <a:t>\</a:t>
            </a:r>
            <a:r>
              <a:rPr sz="1400">
                <a:solidFill>
                  <a:srgbClr val="F0F4FA"/>
                </a:solidFill>
                <a:latin typeface="Consolas"/>
              </a:rPr>
              <a:t>nsetCount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count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+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Custom Hook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Creating a custom hook for a countdown timer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Custom hooks can be used in any functional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Custom Hook Example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Custom Hook Example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Countdown Timer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countdown timer component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the useCountdown custom hook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useCountdown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./useCountdown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  <a:r>
              <a:rPr sz="1400">
                <a:solidFill>
                  <a:srgbClr val="F0F4FA"/>
                </a:solidFill>
                <a:latin typeface="Consolas"/>
              </a:rPr>
              <a:t>\</a:t>
            </a:r>
            <a:r>
              <a:rPr sz="1400">
                <a:solidFill>
                  <a:srgbClr val="F0F4FA"/>
                </a:solidFill>
                <a:latin typeface="Consolas"/>
              </a:rPr>
              <a:t>nfunction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React 18 State Management &amp; Custom Hooks: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 React State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useState for state management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custom hooks for reusable logic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635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Q&amp;A session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 provided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