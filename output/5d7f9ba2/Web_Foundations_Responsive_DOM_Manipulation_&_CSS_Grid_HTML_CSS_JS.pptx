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examples of media queries and their usage.</a:t>
            </a:r>
          </a:p>
          <a:p/>
          <a:p>
            <a:r>
              <a:t>Trainer Notes:</a:t>
            </a:r>
          </a:p>
          <a:p>
            <a:r>
              <a:t>Complete Runnable File (ex_html/css/js_s3_introduction_to_responsi):</a:t>
            </a:r>
          </a:p>
          <a:p>
            <a:r>
              <a:t>```html/css/js</a:t>
            </a:r>
          </a:p>
          <a:p>
            <a:r>
              <a:t># Complete runnable demonstration for Introduction to Responsive Design</a:t>
            </a:r>
          </a:p>
          <a:p>
            <a:r>
              <a:t>print('Introduction to Responsive Design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the basics of CSS Grid and provide examples.</a:t>
            </a:r>
          </a:p>
          <a:p/>
          <a:p>
            <a:r>
              <a:t>Trainer Notes:</a:t>
            </a:r>
          </a:p>
          <a:p>
            <a:r>
              <a:t>Complete Runnable File (ex_html/css/js_s4_understanding_css_grid):</a:t>
            </a:r>
          </a:p>
          <a:p>
            <a:r>
              <a:t>```html/css/js</a:t>
            </a:r>
          </a:p>
          <a:p>
            <a:r>
              <a:t># Complete runnable demonstration for Understanding CSS Grid</a:t>
            </a:r>
          </a:p>
          <a:p>
            <a:r>
              <a:t>print('Understanding CSS Grid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manipulate the DOM using JavaScript.</a:t>
            </a:r>
          </a:p>
          <a:p/>
          <a:p>
            <a:r>
              <a:t>Trainer Notes:</a:t>
            </a:r>
          </a:p>
          <a:p>
            <a:r>
              <a:t>Complete Runnable File (ex_html/css/js_s5_manipulating_dom_with_ja):</a:t>
            </a:r>
          </a:p>
          <a:p>
            <a:r>
              <a:t>```html/css/js</a:t>
            </a:r>
          </a:p>
          <a:p>
            <a:r>
              <a:t># Complete runnable demonstration for Manipulating DOM with JavaScript</a:t>
            </a:r>
          </a:p>
          <a:p>
            <a:r>
              <a:t>print('Manipulating DOM with JavaScript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Create a simple HTML structure with a grid and two grid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removing a grid item using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Guide students through creating a responsive grid with basic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Reiterate the key concepts covered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participation and provide references for further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Web Foundations: Responsive DOM Manipulation &amp; CSS Grid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Web Foundations: Responsive DOM Manipulation &amp; CSS Grid: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media queries for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@media (max-width: 600px) { ... 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@media (min-width: 601px) { ... 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Introduction to Res...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print('Introduction to Responsive Design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Understanding CSS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layout for responsive designs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&lt;div class="grid"&gt;...&lt;/div&gt;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&lt;div class="grid"&gt; &lt;div class="grid-item"&gt;...&lt;/div&gt; &lt;div class="grid-item"&gt;...&lt;/div&gt; &lt;/div&gt;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Understanding CSS Grid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print('Understanding CSS Grid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Manipulating DOM with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Add, remove, and modify elements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document.getElementById('element').innerHTML = 'new content';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document.body.removeChild(document.getElementById('element'))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Manipulating DOM wi...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print('Manipulating DOM with JavaScript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Adding a Grid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540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HTML: &lt;div class="grid"&gt; &lt;div id="item1" class="grid-item"&gt;&lt;/div&gt; &lt;div id="item2"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540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540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java.util.*; // Not needed for this slide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java.io.*;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public class AddGridItem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System.out.println("&lt;div class="grid"&gt;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&lt;div id="item1" class="grid-item"&gt;&lt;/div&gt;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&lt;div id="item2" class="grid-item"&gt;&lt;/div&gt;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&lt;/div&gt;");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Removing a Grid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JavaScript: document.getElementById('item1').remove()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java.util.*; // Not needed for this slide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java.io.*;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public class RemoveGridItem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System.out.println("document.getElementById('item...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Create a Responsive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2542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grid with 3 columns and 2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Add a media query for smaller screens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Add a button to toggle grid visibility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Create a responsive grid with 3 columns and 2 rows. Add a media query for smaller screens and a button to toggle grid visibility.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2542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2542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java.util.*; // Not needed for this slide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java.io.*;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public class ResponsiveGrid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System.out.println("Create a grid with 3 columns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System.out.println("Add a media query for smaller...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System.out.println("Add a button to toggle grid v...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design with media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CSS Grid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Manipulating DOM with JavaScript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 session is open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for further learning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