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Modern C++17 Smart Pointers &amp; Memory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Dr. Samriddhi Khade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Unique Pointer &amp; Move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5654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Zero-overhead exclusive resource ownership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Move-only semantics prevent accidental aliasing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Destructor guarantees automatic heap cleanup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5654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5654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CPP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</a:t>
            </a:r>
            <a:r>
              <a:rPr sz="1400">
                <a:solidFill>
                  <a:srgbClr val="788291"/>
                </a:solidFill>
                <a:latin typeface="Consolas"/>
              </a:rPr>
              <a:t>include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788291"/>
                </a:solidFill>
                <a:latin typeface="Consolas"/>
              </a:rPr>
              <a:t>&lt;iostream&gt;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</a:t>
            </a:r>
            <a:r>
              <a:rPr sz="1400">
                <a:solidFill>
                  <a:srgbClr val="788291"/>
                </a:solidFill>
                <a:latin typeface="Consolas"/>
              </a:rPr>
              <a:t>include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788291"/>
                </a:solidFill>
                <a:latin typeface="Consolas"/>
              </a:rPr>
              <a:t>&lt;memory&gt;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struct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Buffer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int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Buffer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int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std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unique_ptr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Buffer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make_buffer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int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auto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buf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std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56B6C2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make_unique</a:t>
            </a:r>
            <a:r>
              <a:rPr sz="1400">
                <a:solidFill>
                  <a:srgbClr val="56B6C2"/>
                </a:solidFill>
                <a:latin typeface="Consolas"/>
              </a:rPr>
              <a:t>&lt;</a:t>
            </a:r>
            <a:r>
              <a:rPr sz="1400">
                <a:solidFill>
                  <a:srgbClr val="F0F4FA"/>
                </a:solidFill>
                <a:latin typeface="Consolas"/>
              </a:rPr>
              <a:t>Buffer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buf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788291"/>
                </a:solidFill>
                <a:latin typeface="Consolas"/>
              </a:rPr>
              <a:t>// Move semantics applied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Shared Pointer Control Block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222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Atomic reference counting across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Weak pointer breaks cyclic reference leaks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Control block allocated alongside payload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222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pic>
        <p:nvPicPr>
          <p:cNvPr id="7" name="Picture 6" descr="diag_slid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549" y="1695449"/>
            <a:ext cx="5149849" cy="2222500"/>
          </a:xfrm>
          <a:prstGeom prst="rect">
            <a:avLst/>
          </a:prstGeom>
        </p:spPr>
      </p:pic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Modern C++ Memory Safety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Strictly avoid raw pointer new and delete calls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std::make_shared for unified cache locality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Break circular ownership graphs with weak_ptr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by const reference to avoid ref-count bumps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exercise_3_cpp_raii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