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1.</a:t>
            </a:r>
          </a:p>
          <a:p/>
          <a:p>
            <a:r>
              <a:t>Trainer Notes:</a:t>
            </a:r>
          </a:p>
          <a:p>
            <a:r>
              <a:t>Complete Runnable File (ex_python_s3_python_3_12_concurrency_):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1</a:t>
            </a:r>
          </a:p>
          <a:p>
            <a:r>
              <a:t>    message = "Python 3.12 Concurrency &amp; Threads: Concept 1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2.</a:t>
            </a:r>
          </a:p>
          <a:p/>
          <a:p>
            <a:r>
              <a:t>Trainer Notes:</a:t>
            </a:r>
          </a:p>
          <a:p>
            <a:r>
              <a:t>Complete Runnable File (ex_python_s4_python_3_12_concurrency_):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2</a:t>
            </a:r>
          </a:p>
          <a:p>
            <a:r>
              <a:t>    message = "Python 3.12 Concurrency &amp; Threads: Concept 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3.</a:t>
            </a:r>
          </a:p>
          <a:p/>
          <a:p>
            <a:r>
              <a:t>Trainer Notes:</a:t>
            </a:r>
          </a:p>
          <a:p>
            <a:r>
              <a:t>Complete Runnable File (ex_python_s5_python_3_12_concurrency_):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3</a:t>
            </a:r>
          </a:p>
          <a:p>
            <a:r>
              <a:t>    message = "Python 3.12 Concurrency &amp; Threads: Concept 3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4.</a:t>
            </a:r>
          </a:p>
          <a:p/>
          <a:p>
            <a:r>
              <a:t>Trainer Notes:</a:t>
            </a:r>
          </a:p>
          <a:p>
            <a:r>
              <a:t>Complete Runnable File (ex_python_s6_python_3_12_concurrency_):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4</a:t>
            </a:r>
          </a:p>
          <a:p>
            <a:r>
              <a:t>    message = "Python 3.12 Concurrency &amp; Threads: Concept 4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(ex_python_s8_quick_knowledge_check):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Quick Knowledge Check</a:t>
            </a:r>
          </a:p>
          <a:p>
            <a:r>
              <a:t>    message = "Quick Knowledge Check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Python 3.12 Concurrency &amp;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9" y="457200"/>
            <a:ext cx="120649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3E78C8"/>
                </a:solidFill>
                <a:latin typeface="Segoe UI"/>
              </a:defRPr>
            </a:pPr>
            <a:r>
              <a:t>Presented By Prof. Inline Verifier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99" y="914400"/>
            <a:ext cx="51688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Python 3.12 Concurrency &amp; Threads: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3174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3174999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31749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1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Python 3.12 Concurrency &amp; Threads: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3174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3174999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31749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2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Python 3.12 Concurrency &amp; Threads: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3174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3174999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31749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3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Python 3.12 Concurrency &amp; Threads: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3174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3174999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31749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4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4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Hands-On Lab: Python 3.12 Concurrency &amp;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3E78C8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413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Concurrency  Threads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921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921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921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Knowledge Check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99" y="914400"/>
            <a:ext cx="51688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99" y="914400"/>
            <a:ext cx="51688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