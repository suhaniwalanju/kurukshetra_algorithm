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start with a simple table to understand indexing.</a:t>
            </a:r>
          </a:p>
          <a:p/>
          <a:p>
            <a:r>
              <a:t>Trainer Notes:</a:t>
            </a:r>
          </a:p>
          <a:p>
            <a:r>
              <a:t>Complete Runnable File (ex_postgresql_s3_introduction_to_indexing):</a:t>
            </a:r>
          </a:p>
          <a:p>
            <a:r>
              <a:t>```postgresql</a:t>
            </a:r>
          </a:p>
          <a:p>
            <a:r>
              <a:t>-- Concept: Introduction to Indexing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create a B-tree index for our table.</a:t>
            </a:r>
          </a:p>
          <a:p/>
          <a:p>
            <a:r>
              <a:t>Trainer Notes:</a:t>
            </a:r>
          </a:p>
          <a:p>
            <a:r>
              <a:t>Complete Runnable File (ex_postgresql_s4_types_of_indexes):</a:t>
            </a:r>
          </a:p>
          <a:p>
            <a:r>
              <a:t>```postgresql</a:t>
            </a:r>
          </a:p>
          <a:p>
            <a:r>
              <a:t>-- Concept: Types of Indexes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verify the index creation.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see how EXPLAIN works with a simple query.</a:t>
            </a:r>
          </a:p>
          <a:p/>
          <a:p>
            <a:r>
              <a:t>Trainer Notes:</a:t>
            </a:r>
          </a:p>
          <a:p>
            <a:r>
              <a:t>Complete Runnable File (ex_postgresql_s6_explain_plans):</a:t>
            </a:r>
          </a:p>
          <a:p>
            <a:r>
              <a:t>```postgresql</a:t>
            </a:r>
          </a:p>
          <a:p>
            <a:r>
              <a:t>-- Concept: EXPLAIN Plans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Let's analyze the query execution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Now, let's put what we've learned into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PostgreSQL 16 Advanced Indexing &amp; EXPLAIN Plans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Indexing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Types of Indexes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EXPLAIN Plans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Introduction to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Indexes speed up SELECT queries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Types: B-tree, Hash, GiST, SP-GiST, R-tree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Introduction to Indexing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Types of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B-tree: Ordered and balanced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Hash: Fast lookup by key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GiST: Spatial data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SP-GiST: Text search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R-tree: Spatial data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Types of Indexes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CREATE INDEX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INDEX example_index ON example_table (name);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INDEX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example_index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example_table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EXPLAIN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Shows query execution plan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Helps optimize queries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Types: ALL, INDEX, INDEX ONLY, NESTED LOOP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EXPLAIN Plans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EXPLAIN SELECT 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EXPLAIN SELECT * FROM example_table;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EXPLAIN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*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example_table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Hands-on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new table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an index on a column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Analyze a query with EXPLAIN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new_table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TEXT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INDEX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new_index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new_table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EXPLAIN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*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new_table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Indexes speed up SELECT queries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B-tree is most common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EXPLAIN helps optimize queries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are welcome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 provided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