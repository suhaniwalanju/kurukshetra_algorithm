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Show the code and explain the concept of Virtual Threads.</a:t>
            </a:r>
          </a:p>
          <a:p/>
          <a:p>
            <a:r>
              <a:t>Trainer Notes:</a:t>
            </a:r>
          </a:p>
          <a:p>
            <a:r>
              <a:t>Complete Runnable File (ex_java_s3_virtual_threads):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Virtual Threads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"Virtual Threads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the differences and use cases of Virtual Threads.</a:t>
            </a:r>
          </a:p>
          <a:p/>
          <a:p>
            <a:r>
              <a:t>Trainer Notes:</a:t>
            </a:r>
          </a:p>
          <a:p>
            <a:r>
              <a:t>Complete Runnable File (ex_java_s4_virtual_threads_vs_nativ):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Virtual Threads vs Native Threads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"Virtual Threads vs Native Threads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Introduce Structured Concurrency and its benefits.</a:t>
            </a:r>
          </a:p>
          <a:p/>
          <a:p>
            <a:r>
              <a:t>Trainer Notes:</a:t>
            </a:r>
          </a:p>
          <a:p>
            <a:r>
              <a:t>Complete Runnable File (ex_java_s5_structured_concurrency):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Structured Concurrency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"Structured Concurrency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Demonstrate how to create and use Virtual Threads.</a:t>
            </a:r>
          </a:p>
          <a:p/>
          <a:p>
            <a:r>
              <a:t>Trainer Notes:</a:t>
            </a:r>
          </a:p>
          <a:p>
            <a:r>
              <a:t>Complete Runnable File (ex_java_s6_creating_and_using_virtu):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Creating and Using Virtual Threads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"Creating and Using Virtual Threads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Provide starter code and explain the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Summarize the key points and their importance.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Conclude the session with a Q&amp;A and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Java 21 Virtual Threads &amp; Structured Concurrency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sam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Java 21 Virtual Threads &amp; Structured Concurrency: Part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Virtual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7305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are lightweight threads in Java 21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Can be used to improve performance and responsiveness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Similar to native threads but with lower overhead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7305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7305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Virtual Threads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Virtual Thr...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Virtual Threads vs Native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7305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have lower overhead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Native Threads are more resource-intensive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are ideal for short-lived tasks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7305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7305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Virtual Threads vs Native Threads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Virtual Thr...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Structured Concurrency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7305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Structured Concurrency is a new concurrency model in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Focuses on making concurrency safer and easier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Uses higher-level constructs like `async` and `await` for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7305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7305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Structured Concurrency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Structured 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Creating and Using Virtual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7305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`Executors.newVirtualThreadPerTaskExecutor()` for new tasks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`ExecutorService.shutdown()` to stop tasks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are automatically managed by the JVM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7305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7305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Creating and Using Virtual Threads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Creating an...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Exercise: Virtual Threads and Structured Concurrency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a program that uses Virtual Threads and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Submit an async task and await its completion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Print the result of the async task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ExerciseVirtualThreads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ExecutorService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Async T...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shutdown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Java 21 Virtual Threads &amp; Structured Concurrency: Part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are lightweight and resource-efficient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Structured Concurrency simplifies concurrency with safer constructs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Virtual Threads and Structured Concurrency for better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Thank You and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 today's session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Feel free to ask any questions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References for further learning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