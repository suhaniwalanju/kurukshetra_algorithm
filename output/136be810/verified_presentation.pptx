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explain the concept of Virtual Threads.</a:t>
            </a:r>
          </a:p>
          <a:p/>
          <a:p>
            <a:r>
              <a:t>Trainer Notes:</a:t>
            </a:r>
          </a:p>
          <a:p>
            <a:r>
              <a:t>Complete Runnable File (ex_java_s3_virtual_threads):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the differences and use cases of Virtual Threads.</a:t>
            </a:r>
          </a:p>
          <a:p/>
          <a:p>
            <a:r>
              <a:t>Trainer Notes:</a:t>
            </a:r>
          </a:p>
          <a:p>
            <a:r>
              <a:t>Complete Runnable File (ex_java_s4_virtual_threads_vs_nativ):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 vs Native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vs Native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Structured Concurrency and its benefits.</a:t>
            </a:r>
          </a:p>
          <a:p/>
          <a:p>
            <a:r>
              <a:t>Trainer Notes:</a:t>
            </a:r>
          </a:p>
          <a:p>
            <a:r>
              <a:t>Complete Runnable File (ex_java_s5_structured_concurrency):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Demonstrate how to create and use Virtual Threads.</a:t>
            </a:r>
          </a:p>
          <a:p/>
          <a:p>
            <a:r>
              <a:t>Trainer Notes:</a:t>
            </a:r>
          </a:p>
          <a:p>
            <a:r>
              <a:t>Complete Runnable File (ex_java_s6_creating_and_using_virtu):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Creating and Using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"Creating and Using 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starter code and explain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Summarize the key points and their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Conclude the session with a Q&amp;A and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 in Java 21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Can be used to improve performance and responsiveness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Similar to native threads but with lower overhead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vs Native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have lower overhead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Native Threads are more resource-intensive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ideal for short-lived tasks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 vs Native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is a new concurrency model in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Focuses on making concurrency safer and easier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higher-level constructs like `async` and `await` for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and Using 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`Executors.newVirtualThreadPerTaskExecutor()` for new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`ExecutorService.shutdown()` to stop tasks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automatically managed by the JVM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Creating and Using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Creating an...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Virtual Threads and 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program that uses Virtual Threads and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Submit an async task and await its completion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Print the result of the async task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ExerciseVirtualThreads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 T...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and resource-efficient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concurrency with safer constructs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Virtual Threads and Structured Concurrency for better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 today's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for further learning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