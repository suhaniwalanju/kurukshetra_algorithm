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express_s3_node_js_basics):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Node.js Basics</a:t>
            </a:r>
          </a:p>
          <a:p>
            <a:r>
              <a:t>    const status = "Node.js Basics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express_s5_express_basics):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Express Basics</a:t>
            </a:r>
          </a:p>
          <a:p>
            <a:r>
              <a:t>    const status = "Express Basics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express_s7_middleware):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Middleware</a:t>
            </a:r>
          </a:p>
          <a:p>
            <a:r>
              <a:t>    const status = "Middleware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&amp; Express RESTful API with Middleware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shreyas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Node.js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RESTful API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Event-driven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Single-threaded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Node.js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"Node.js Basics Running on Node.js 20";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http = require('http');\nhelloWorld();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helloWorld()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http.createServer((req, res)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res.writeHead(200, { 'Content-Type': 'text/plain' 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res.end('Hello, World!');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}).listen(3000, ()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console.log('Server running at http://localhost:3000');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Express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is a web framework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app is a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Express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"Express Basics Running on Node.js 20";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Express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971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97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express = require('express');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app = express();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app.get('/', (req, res)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res.send('Hello, Express!');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app.listen(3000, ()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console.log('Server running at http://localhost:3000');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 is a function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Used for request and response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Middleware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"Middleware Running on Node.js 20";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Using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8829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8829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express = require('express');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app = express();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app.use((req, res, next)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res.status(200).json({ message: 'Middleware called' 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next();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app.get('/', (req, res)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res.send('Hello, Express!');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app.listen(3000, ()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console.log('Server running at http://localhost:3000');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Create a RESTful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express = require('express');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app = express();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app.use(express.json());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app.get('/api/users', (req, res)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res.json({ users: ['user1', 'user2', 'user3'] 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app.listen(3000, () =&gt;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console.log('Server running at http://localhost:3000');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});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Node.js is event-driven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is a web framework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 is for request and response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References: Express Docs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