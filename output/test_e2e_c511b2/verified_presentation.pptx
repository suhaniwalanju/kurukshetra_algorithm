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import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class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E5C07B"/>
                </a:solidFill>
                <a:latin typeface="Consolas"/>
              </a:rPr>
              <a:t>Main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static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void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61AFEF"/>
                </a:solidFill>
                <a:latin typeface="Consolas"/>
              </a:rPr>
              <a:t>main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F0F4FA"/>
                </a:solidFill>
                <a:latin typeface="Consolas"/>
              </a:rPr>
              <a:t>String</a:t>
            </a:r>
            <a:r>
              <a:rPr sz="1900">
                <a:solidFill>
                  <a:srgbClr val="56B6C2"/>
                </a:solidFill>
                <a:latin typeface="Consolas"/>
              </a:rPr>
              <a:t>[</a:t>
            </a:r>
            <a:r>
              <a:rPr sz="1900">
                <a:solidFill>
                  <a:srgbClr val="56B6C2"/>
                </a:solidFill>
                <a:latin typeface="Consolas"/>
              </a:rPr>
              <a:t>]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args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