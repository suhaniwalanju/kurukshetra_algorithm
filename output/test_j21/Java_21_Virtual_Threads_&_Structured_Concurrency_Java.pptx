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747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425C80"/>
                </a:solidFill>
                <a:latin typeface="Arial"/>
              </a:defRPr>
            </a:pPr>
            <a:r>
              <a:t>Java 21 Virtual Threads &amp; Structured Concurrency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35199" y="5454650"/>
            <a:ext cx="7721599" cy="336550"/>
          </a:xfrm>
          <a:prstGeom prst="roundRect">
            <a:avLst/>
          </a:prstGeom>
          <a:solidFill>
            <a:srgbClr val="6E9AD6"/>
          </a:solidFill>
          <a:ln w="19050">
            <a:solidFill>
              <a:srgbClr val="425C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Presented By Prof. Samruddhi Khade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35199" y="1904999"/>
            <a:ext cx="7721599" cy="10541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Presented By Prof. Samruddhi Khade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Subject: Java 21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Level: Intermediate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College: VIT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747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425C80"/>
                </a:solidFill>
                <a:latin typeface="Arial"/>
              </a:defRPr>
            </a:pPr>
            <a:r>
              <a:t>Lecture Agenda &amp;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Lecture Agenda &amp; Objectives   •   Presented By Prof. Samruddhi Khade   •   Slide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71699" y="1841500"/>
            <a:ext cx="7848599" cy="1365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Core Syntax &amp; Architecture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Implementation &amp; Code Walkthrough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Hands-on Coding Exercise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Best Practices &amp; Pitfalls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Summary &amp;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747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425C80"/>
                </a:solidFill>
                <a:latin typeface="Arial"/>
              </a:defRPr>
            </a:pPr>
            <a:r>
              <a:t>Java 21 Virtual Threads &amp; Structured Concurrency: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Java 21 Virtual Threads &amp; Structured Concurrency: Module   •   Presented By Prof. Samruddhi Khade   •   Slide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778000"/>
            <a:ext cx="3994149" cy="10858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Fundamental logic of module 1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Direct memory and state handling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Clean and modular implementation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High performance execution profile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6649" y="1778000"/>
            <a:ext cx="3994149" cy="16002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>
                <a:solidFill>
                  <a:srgbClr val="8C9BAF"/>
                </a:solidFill>
                <a:latin typeface="Consolas"/>
              </a:defRPr>
            </a:pPr>
            <a:r>
              <a:t>// Language: JAVA 21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788291"/>
                </a:solidFill>
                <a:latin typeface="Consolas"/>
              </a:rPr>
              <a:t>// Java 21 Demonstration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C678DD"/>
                </a:solidFill>
                <a:latin typeface="Consolas"/>
              </a:rPr>
              <a:t>public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class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E5C07B"/>
                </a:solidFill>
                <a:latin typeface="Consolas"/>
              </a:rPr>
              <a:t>Example1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ABB2BF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C678DD"/>
                </a:solidFill>
                <a:latin typeface="Consolas"/>
              </a:rPr>
              <a:t>public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static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void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61AFEF"/>
                </a:solidFill>
                <a:latin typeface="Consolas"/>
              </a:rPr>
              <a:t>main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F0F4FA"/>
                </a:solidFill>
                <a:latin typeface="Consolas"/>
              </a:rPr>
              <a:t>String</a:t>
            </a:r>
            <a:r>
              <a:rPr sz="2000">
                <a:solidFill>
                  <a:srgbClr val="56B6C2"/>
                </a:solidFill>
                <a:latin typeface="Consolas"/>
              </a:rPr>
              <a:t>[</a:t>
            </a:r>
            <a:r>
              <a:rPr sz="2000">
                <a:solidFill>
                  <a:srgbClr val="56B6C2"/>
                </a:solidFill>
                <a:latin typeface="Consolas"/>
              </a:rPr>
              <a:t>]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args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ABB2BF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C678DD"/>
                </a:solidFill>
                <a:latin typeface="Consolas"/>
              </a:rPr>
              <a:t>var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item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56B6C2"/>
                </a:solidFill>
                <a:latin typeface="Consolas"/>
              </a:rPr>
              <a:t>=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process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F0F4FA"/>
                </a:solidFill>
                <a:latin typeface="Consolas"/>
              </a:rPr>
              <a:t>args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System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out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println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98C379"/>
                </a:solidFill>
                <a:latin typeface="Consolas"/>
              </a:rPr>
              <a:t>"</a:t>
            </a:r>
            <a:r>
              <a:rPr sz="2000">
                <a:solidFill>
                  <a:srgbClr val="98C379"/>
                </a:solidFill>
                <a:latin typeface="Consolas"/>
              </a:rPr>
              <a:t>Result: </a:t>
            </a:r>
            <a:r>
              <a:rPr sz="2000">
                <a:solidFill>
                  <a:srgbClr val="98C379"/>
                </a:solidFill>
                <a:latin typeface="Consolas"/>
              </a:rPr>
              <a:t>"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56B6C2"/>
                </a:solidFill>
                <a:latin typeface="Consolas"/>
              </a:rPr>
              <a:t>+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item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ABB2BF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ABB2BF"/>
                </a:solidFill>
                <a:latin typeface="Consolas"/>
              </a:rPr>
              <a:t>}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Result: Verified Output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747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425C80"/>
                </a:solidFill>
                <a:latin typeface="Arial"/>
              </a:defRPr>
            </a:pPr>
            <a:r>
              <a:t>Java 21 Virtual Threads &amp; Structured Concurrency: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Java 21 Virtual Threads &amp; Structured Concurrency: Module   •   Presented By Prof. Samruddhi Khade   •   Slide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778000"/>
            <a:ext cx="3994149" cy="10858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Fundamental logic of module 2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Direct memory and state handling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Clean and modular implementation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High performance execution profile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6649" y="1778000"/>
            <a:ext cx="3994149" cy="16002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>
                <a:solidFill>
                  <a:srgbClr val="8C9BAF"/>
                </a:solidFill>
                <a:latin typeface="Consolas"/>
              </a:defRPr>
            </a:pPr>
            <a:r>
              <a:t>// Language: JAVA 21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788291"/>
                </a:solidFill>
                <a:latin typeface="Consolas"/>
              </a:rPr>
              <a:t>// Java 21 Demonstration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C678DD"/>
                </a:solidFill>
                <a:latin typeface="Consolas"/>
              </a:rPr>
              <a:t>public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class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E5C07B"/>
                </a:solidFill>
                <a:latin typeface="Consolas"/>
              </a:rPr>
              <a:t>Example2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ABB2BF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C678DD"/>
                </a:solidFill>
                <a:latin typeface="Consolas"/>
              </a:rPr>
              <a:t>public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static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void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61AFEF"/>
                </a:solidFill>
                <a:latin typeface="Consolas"/>
              </a:rPr>
              <a:t>main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F0F4FA"/>
                </a:solidFill>
                <a:latin typeface="Consolas"/>
              </a:rPr>
              <a:t>String</a:t>
            </a:r>
            <a:r>
              <a:rPr sz="2000">
                <a:solidFill>
                  <a:srgbClr val="56B6C2"/>
                </a:solidFill>
                <a:latin typeface="Consolas"/>
              </a:rPr>
              <a:t>[</a:t>
            </a:r>
            <a:r>
              <a:rPr sz="2000">
                <a:solidFill>
                  <a:srgbClr val="56B6C2"/>
                </a:solidFill>
                <a:latin typeface="Consolas"/>
              </a:rPr>
              <a:t>]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args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ABB2BF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C678DD"/>
                </a:solidFill>
                <a:latin typeface="Consolas"/>
              </a:rPr>
              <a:t>var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item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56B6C2"/>
                </a:solidFill>
                <a:latin typeface="Consolas"/>
              </a:rPr>
              <a:t>=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process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F0F4FA"/>
                </a:solidFill>
                <a:latin typeface="Consolas"/>
              </a:rPr>
              <a:t>args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System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out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println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98C379"/>
                </a:solidFill>
                <a:latin typeface="Consolas"/>
              </a:rPr>
              <a:t>"</a:t>
            </a:r>
            <a:r>
              <a:rPr sz="2000">
                <a:solidFill>
                  <a:srgbClr val="98C379"/>
                </a:solidFill>
                <a:latin typeface="Consolas"/>
              </a:rPr>
              <a:t>Result: </a:t>
            </a:r>
            <a:r>
              <a:rPr sz="2000">
                <a:solidFill>
                  <a:srgbClr val="98C379"/>
                </a:solidFill>
                <a:latin typeface="Consolas"/>
              </a:rPr>
              <a:t>"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56B6C2"/>
                </a:solidFill>
                <a:latin typeface="Consolas"/>
              </a:rPr>
              <a:t>+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item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ABB2BF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ABB2BF"/>
                </a:solidFill>
                <a:latin typeface="Consolas"/>
              </a:rPr>
              <a:t>}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Result: Verified Output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747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425C80"/>
                </a:solidFill>
                <a:latin typeface="Arial"/>
              </a:defRPr>
            </a:pPr>
            <a:r>
              <a:t>Java 21 Virtual Threads &amp; Structured Concurrency: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Java 21 Virtual Threads &amp; Structured Concurrency: Module   •   Presented By Prof. Samruddhi Khade   •   Slide 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778000"/>
            <a:ext cx="3994149" cy="10858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Fundamental logic of module 3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Direct memory and state handling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Clean and modular implementation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High performance execution profile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6649" y="1778000"/>
            <a:ext cx="3994149" cy="16002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>
                <a:solidFill>
                  <a:srgbClr val="8C9BAF"/>
                </a:solidFill>
                <a:latin typeface="Consolas"/>
              </a:defRPr>
            </a:pPr>
            <a:r>
              <a:t>// Language: JAVA 21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788291"/>
                </a:solidFill>
                <a:latin typeface="Consolas"/>
              </a:rPr>
              <a:t>// Java 21 Demonstration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C678DD"/>
                </a:solidFill>
                <a:latin typeface="Consolas"/>
              </a:rPr>
              <a:t>public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class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E5C07B"/>
                </a:solidFill>
                <a:latin typeface="Consolas"/>
              </a:rPr>
              <a:t>Example3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ABB2BF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C678DD"/>
                </a:solidFill>
                <a:latin typeface="Consolas"/>
              </a:rPr>
              <a:t>public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static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void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61AFEF"/>
                </a:solidFill>
                <a:latin typeface="Consolas"/>
              </a:rPr>
              <a:t>main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F0F4FA"/>
                </a:solidFill>
                <a:latin typeface="Consolas"/>
              </a:rPr>
              <a:t>String</a:t>
            </a:r>
            <a:r>
              <a:rPr sz="2000">
                <a:solidFill>
                  <a:srgbClr val="56B6C2"/>
                </a:solidFill>
                <a:latin typeface="Consolas"/>
              </a:rPr>
              <a:t>[</a:t>
            </a:r>
            <a:r>
              <a:rPr sz="2000">
                <a:solidFill>
                  <a:srgbClr val="56B6C2"/>
                </a:solidFill>
                <a:latin typeface="Consolas"/>
              </a:rPr>
              <a:t>]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args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ABB2BF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C678DD"/>
                </a:solidFill>
                <a:latin typeface="Consolas"/>
              </a:rPr>
              <a:t>var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item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56B6C2"/>
                </a:solidFill>
                <a:latin typeface="Consolas"/>
              </a:rPr>
              <a:t>=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process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F0F4FA"/>
                </a:solidFill>
                <a:latin typeface="Consolas"/>
              </a:rPr>
              <a:t>args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System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out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println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98C379"/>
                </a:solidFill>
                <a:latin typeface="Consolas"/>
              </a:rPr>
              <a:t>"</a:t>
            </a:r>
            <a:r>
              <a:rPr sz="2000">
                <a:solidFill>
                  <a:srgbClr val="98C379"/>
                </a:solidFill>
                <a:latin typeface="Consolas"/>
              </a:rPr>
              <a:t>Result: </a:t>
            </a:r>
            <a:r>
              <a:rPr sz="2000">
                <a:solidFill>
                  <a:srgbClr val="98C379"/>
                </a:solidFill>
                <a:latin typeface="Consolas"/>
              </a:rPr>
              <a:t>"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56B6C2"/>
                </a:solidFill>
                <a:latin typeface="Consolas"/>
              </a:rPr>
              <a:t>+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item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ABB2BF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ABB2BF"/>
                </a:solidFill>
                <a:latin typeface="Consolas"/>
              </a:rPr>
              <a:t>}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Result: Verified Output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747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425C80"/>
                </a:solidFill>
                <a:latin typeface="Arial"/>
              </a:defRPr>
            </a:pPr>
            <a:r>
              <a:t>Java 21 Virtual Threads &amp; Structured Concurrency: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Java 21 Virtual Threads &amp; Structured Concurrency: Module   •   Presented By Prof. Samruddhi Khade   •   Slide 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778000"/>
            <a:ext cx="3994149" cy="10858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Fundamental logic of module 4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Direct memory and state handling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Clean and modular implementation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High performance execution profile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6649" y="1778000"/>
            <a:ext cx="3994149" cy="16002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>
                <a:solidFill>
                  <a:srgbClr val="8C9BAF"/>
                </a:solidFill>
                <a:latin typeface="Consolas"/>
              </a:defRPr>
            </a:pPr>
            <a:r>
              <a:t>// Language: JAVA 21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788291"/>
                </a:solidFill>
                <a:latin typeface="Consolas"/>
              </a:rPr>
              <a:t>// Java 21 Demonstration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C678DD"/>
                </a:solidFill>
                <a:latin typeface="Consolas"/>
              </a:rPr>
              <a:t>public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class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E5C07B"/>
                </a:solidFill>
                <a:latin typeface="Consolas"/>
              </a:rPr>
              <a:t>Example4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ABB2BF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C678DD"/>
                </a:solidFill>
                <a:latin typeface="Consolas"/>
              </a:rPr>
              <a:t>public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static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void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61AFEF"/>
                </a:solidFill>
                <a:latin typeface="Consolas"/>
              </a:rPr>
              <a:t>main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F0F4FA"/>
                </a:solidFill>
                <a:latin typeface="Consolas"/>
              </a:rPr>
              <a:t>String</a:t>
            </a:r>
            <a:r>
              <a:rPr sz="2000">
                <a:solidFill>
                  <a:srgbClr val="56B6C2"/>
                </a:solidFill>
                <a:latin typeface="Consolas"/>
              </a:rPr>
              <a:t>[</a:t>
            </a:r>
            <a:r>
              <a:rPr sz="2000">
                <a:solidFill>
                  <a:srgbClr val="56B6C2"/>
                </a:solidFill>
                <a:latin typeface="Consolas"/>
              </a:rPr>
              <a:t>]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args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ABB2BF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C678DD"/>
                </a:solidFill>
                <a:latin typeface="Consolas"/>
              </a:rPr>
              <a:t>var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item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56B6C2"/>
                </a:solidFill>
                <a:latin typeface="Consolas"/>
              </a:rPr>
              <a:t>=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process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F0F4FA"/>
                </a:solidFill>
                <a:latin typeface="Consolas"/>
              </a:rPr>
              <a:t>args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System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out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println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98C379"/>
                </a:solidFill>
                <a:latin typeface="Consolas"/>
              </a:rPr>
              <a:t>"</a:t>
            </a:r>
            <a:r>
              <a:rPr sz="2000">
                <a:solidFill>
                  <a:srgbClr val="98C379"/>
                </a:solidFill>
                <a:latin typeface="Consolas"/>
              </a:rPr>
              <a:t>Result: </a:t>
            </a:r>
            <a:r>
              <a:rPr sz="2000">
                <a:solidFill>
                  <a:srgbClr val="98C379"/>
                </a:solidFill>
                <a:latin typeface="Consolas"/>
              </a:rPr>
              <a:t>"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56B6C2"/>
                </a:solidFill>
                <a:latin typeface="Consolas"/>
              </a:rPr>
              <a:t>+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item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ABB2BF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ABB2BF"/>
                </a:solidFill>
                <a:latin typeface="Consolas"/>
              </a:rPr>
              <a:t>}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Result: Verified Output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747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425C80"/>
                </a:solidFill>
                <a:latin typeface="Arial"/>
              </a:defRPr>
            </a:pPr>
            <a:r>
              <a:t>Java 21 Virtual Threads &amp; Structured Concurrency: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Java 21 Virtual Threads &amp; Structured Concurrency: Module   •   Presented By Prof. Samruddhi Khade   •   Slide 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778000"/>
            <a:ext cx="3994149" cy="10858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Fundamental logic of module 5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Direct memory and state handling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Clean and modular implementation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High performance execution profile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6649" y="1778000"/>
            <a:ext cx="3994149" cy="16002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>
                <a:solidFill>
                  <a:srgbClr val="8C9BAF"/>
                </a:solidFill>
                <a:latin typeface="Consolas"/>
              </a:defRPr>
            </a:pPr>
            <a:r>
              <a:t>// Language: JAVA 21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788291"/>
                </a:solidFill>
                <a:latin typeface="Consolas"/>
              </a:rPr>
              <a:t>// Java 21 Demonstration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C678DD"/>
                </a:solidFill>
                <a:latin typeface="Consolas"/>
              </a:rPr>
              <a:t>public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class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E5C07B"/>
                </a:solidFill>
                <a:latin typeface="Consolas"/>
              </a:rPr>
              <a:t>Example5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ABB2BF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C678DD"/>
                </a:solidFill>
                <a:latin typeface="Consolas"/>
              </a:rPr>
              <a:t>public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static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void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61AFEF"/>
                </a:solidFill>
                <a:latin typeface="Consolas"/>
              </a:rPr>
              <a:t>main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F0F4FA"/>
                </a:solidFill>
                <a:latin typeface="Consolas"/>
              </a:rPr>
              <a:t>String</a:t>
            </a:r>
            <a:r>
              <a:rPr sz="2000">
                <a:solidFill>
                  <a:srgbClr val="56B6C2"/>
                </a:solidFill>
                <a:latin typeface="Consolas"/>
              </a:rPr>
              <a:t>[</a:t>
            </a:r>
            <a:r>
              <a:rPr sz="2000">
                <a:solidFill>
                  <a:srgbClr val="56B6C2"/>
                </a:solidFill>
                <a:latin typeface="Consolas"/>
              </a:rPr>
              <a:t>]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args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ABB2BF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C678DD"/>
                </a:solidFill>
                <a:latin typeface="Consolas"/>
              </a:rPr>
              <a:t>var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item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56B6C2"/>
                </a:solidFill>
                <a:latin typeface="Consolas"/>
              </a:rPr>
              <a:t>=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process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F0F4FA"/>
                </a:solidFill>
                <a:latin typeface="Consolas"/>
              </a:rPr>
              <a:t>args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System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out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println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98C379"/>
                </a:solidFill>
                <a:latin typeface="Consolas"/>
              </a:rPr>
              <a:t>"</a:t>
            </a:r>
            <a:r>
              <a:rPr sz="2000">
                <a:solidFill>
                  <a:srgbClr val="98C379"/>
                </a:solidFill>
                <a:latin typeface="Consolas"/>
              </a:rPr>
              <a:t>Result: </a:t>
            </a:r>
            <a:r>
              <a:rPr sz="2000">
                <a:solidFill>
                  <a:srgbClr val="98C379"/>
                </a:solidFill>
                <a:latin typeface="Consolas"/>
              </a:rPr>
              <a:t>"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56B6C2"/>
                </a:solidFill>
                <a:latin typeface="Consolas"/>
              </a:rPr>
              <a:t>+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item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ABB2BF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ABB2BF"/>
                </a:solidFill>
                <a:latin typeface="Consolas"/>
              </a:rPr>
              <a:t>}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Result: Verified Output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747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425C80"/>
                </a:solidFill>
                <a:latin typeface="Arial"/>
              </a:defRPr>
            </a:pPr>
            <a:r>
              <a:t>Hands-On Lab: Java 21 Virtual Threads &amp; Structured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Hands-On Lab: Java 21 Virtual Threads &amp; Structured   •   Presented By Prof. Samruddhi Khade   •   Slide 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778000"/>
            <a:ext cx="3994149" cy="10858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Implement the target logic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Pass all edge case assertions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Observe expected console output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Refactor for optimal performance</a:t>
            </a:r>
          </a:p>
          <a:p>
            <a:pPr>
              <a:defRPr sz="2600" i="1">
                <a:solidFill>
                  <a:srgbClr val="6E9AD6"/>
                </a:solidFill>
              </a:defRPr>
            </a:pPr>
            <a:r>
              <a:t>Reference: LAB-01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6649" y="1778000"/>
            <a:ext cx="3994149" cy="14351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>
                <a:solidFill>
                  <a:srgbClr val="8C9BAF"/>
                </a:solidFill>
                <a:latin typeface="Consolas"/>
              </a:defRPr>
            </a:pPr>
            <a:r>
              <a:t>// Language: JAVA 21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788291"/>
                </a:solidFill>
                <a:latin typeface="Consolas"/>
              </a:rPr>
              <a:t>// TODO: Complete the implementation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C678DD"/>
                </a:solidFill>
                <a:latin typeface="Consolas"/>
              </a:rPr>
              <a:t>public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void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61AFEF"/>
                </a:solidFill>
                <a:latin typeface="Consolas"/>
              </a:rPr>
              <a:t>solveChallenge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ABB2BF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788291"/>
                </a:solidFill>
                <a:latin typeface="Consolas"/>
              </a:rPr>
              <a:t>// Step 1: Initialize data structure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788291"/>
                </a:solidFill>
                <a:latin typeface="Consolas"/>
              </a:rPr>
              <a:t>// Step 2: Apply transformation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C678DD"/>
                </a:solidFill>
                <a:latin typeface="Consolas"/>
              </a:rPr>
              <a:t>assert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result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56B6C2"/>
                </a:solidFill>
                <a:latin typeface="Consolas"/>
              </a:rPr>
              <a:t>!</a:t>
            </a:r>
            <a:r>
              <a:rPr sz="2000">
                <a:solidFill>
                  <a:srgbClr val="56B6C2"/>
                </a:solidFill>
                <a:latin typeface="Consolas"/>
              </a:rPr>
              <a:t>=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null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ABB2BF"/>
                </a:solidFill>
                <a:latin typeface="Consolas"/>
              </a:rPr>
              <a:t>}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Test Suite: 3/3 Passed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747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425C80"/>
                </a:solidFill>
                <a:latin typeface="Arial"/>
              </a:defRPr>
            </a:pPr>
            <a:r>
              <a:t>Quick Knowledge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Quick Knowledge Check   •   Presented By Prof. Samruddhi Khade   •   Slide 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778000"/>
            <a:ext cx="3994149" cy="10858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What is the time complexity?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Which interface guarantees thread safety?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How does garbage collection react?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Select the most idiomatic pattern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6649" y="1778000"/>
            <a:ext cx="3994149" cy="11049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>
                <a:solidFill>
                  <a:srgbClr val="8C9BAF"/>
                </a:solidFill>
                <a:latin typeface="Consolas"/>
              </a:defRPr>
            </a:pPr>
            <a:r>
              <a:t>// Language: JAVA 21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788291"/>
                </a:solidFill>
                <a:latin typeface="Consolas"/>
              </a:rPr>
              <a:t>// Which line triggers an error?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C678DD"/>
                </a:solidFill>
                <a:latin typeface="Consolas"/>
              </a:rPr>
              <a:t>final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var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token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56B6C2"/>
                </a:solidFill>
                <a:latin typeface="Consolas"/>
              </a:rPr>
              <a:t>=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parse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F0F4FA"/>
                </a:solidFill>
                <a:latin typeface="Consolas"/>
              </a:rPr>
              <a:t>input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token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updateState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System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out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println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F0F4FA"/>
                </a:solidFill>
                <a:latin typeface="Consolas"/>
              </a:rPr>
              <a:t>token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Output: Compile Error at line 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747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425C80"/>
                </a:solidFill>
                <a:latin typeface="Arial"/>
              </a:defRPr>
            </a:pPr>
            <a:r>
              <a:t>Key Takeaways &amp;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Key Takeaways &amp; Summary   •   Presented By Prof. Samruddhi Khade   •   Slide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71699" y="1841500"/>
            <a:ext cx="7848599" cy="111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Mastered core principles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Wrote verified executable code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Understood design trade-offs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Ready for advanced topics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747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425C80"/>
                </a:solidFill>
                <a:latin typeface="Arial"/>
              </a:defRPr>
            </a:pPr>
            <a:r>
              <a:t>Thank You &amp; Questions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35199" y="5454650"/>
            <a:ext cx="7721599" cy="336550"/>
          </a:xfrm>
          <a:prstGeom prst="roundRect">
            <a:avLst/>
          </a:prstGeom>
          <a:solidFill>
            <a:srgbClr val="6E9AD6"/>
          </a:solidFill>
          <a:ln w="19050">
            <a:solidFill>
              <a:srgbClr val="425C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Presented By Prof. Samruddhi Khade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35199" y="1904999"/>
            <a:ext cx="7721599" cy="10541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Presented By Prof. Samruddhi Khade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Department of Computer Engineering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VIT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Code repository link shared online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