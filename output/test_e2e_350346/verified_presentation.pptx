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to advanced Java 21 and Spring Boot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System.out.println("Spring Boot 3 Web Endpoint Initialized");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System.out.println("Java 21 Virtual Thread Running")</a:t>
            </a:r>
          </a:p>
          <a:p>
            <a:r>
              <a:t>    }</a:t>
            </a:r>
          </a:p>
          <a:p>
            <a:r>
              <a:t>}</a:t>
            </a:r>
          </a:p>
          <a:p/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System.out.println("Java 21 Virtual Thread Running");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System.out.println("Exercise Starter Code");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0132A"/>
                </a:solidFill>
                <a:latin typeface="Segoe UI"/>
              </a:defRPr>
            </a:pPr>
            <a:r>
              <a:t>Presented By Dr.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22449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Modern Java backend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in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Spring Boot 3 REST Controller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   •   [imports omitted]</a:t>
            </a:r>
          </a:p>
          <a:p>
            <a:pPr>
              <a:spcAft>
                <a:spcPts val="400"/>
              </a:spcAft>
              <a:defRPr sz="1100" i="1">
                <a:solidFill>
                  <a:srgbClr val="C084FC"/>
                </a:solidFill>
                <a:latin typeface="Consolas"/>
              </a:defRPr>
            </a:pPr>
            <a:r>
              <a:t>// * imports omitted (full runnable version in trainer notes)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Spring Boot 3 Web Endpoint Initialized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Spring Boot 3 Web Endpoint Initialized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Virtual Threads Executor (Broken)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   •   [imports omitted]</a:t>
            </a:r>
          </a:p>
          <a:p>
            <a:pPr>
              <a:spcAft>
                <a:spcPts val="400"/>
              </a:spcAft>
              <a:defRPr sz="1100" i="1">
                <a:solidFill>
                  <a:srgbClr val="C084FC"/>
                </a:solidFill>
                <a:latin typeface="Consolas"/>
              </a:defRPr>
            </a:pPr>
            <a:r>
              <a:t>// * imports omitted (full runnable version in trainer notes)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Java 21 Virtual Thread Running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Java 21 Virtual Thread Running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Hands-On Lab: Scoped Values vs ThreadLocal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LAB-JAVA21-01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   •   [imports omitted]</a:t>
            </a:r>
          </a:p>
          <a:p>
            <a:pPr>
              <a:spcAft>
                <a:spcPts val="400"/>
              </a:spcAft>
              <a:defRPr sz="1100" i="1">
                <a:solidFill>
                  <a:srgbClr val="C084FC"/>
                </a:solidFill>
                <a:latin typeface="Consolas"/>
              </a:defRPr>
            </a:pPr>
            <a:r>
              <a:t>// * imports omitted (full runnable version in trainer notes)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Exercise Starter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