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to advanced Java 21 and Spring Boot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System.out.println("Spring Boot 3 Web Endpoint Initialized");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System.out.println("Java 21 Virtual Thread Running")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System.out.println("Exercise Starter Code");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Spring Boot 3 &amp; Java 21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Dr. Samruddhi Khade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Spring Boot 3 REST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Exposing endpoint with Virtual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Fast non-blocking responses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Spring Boot 3 Web Endpoint Initialize...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Virtual Threads Executor (Broken)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Demonstrating virtual thread creation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Injected syntax error for healing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java.io.IOException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IOExcep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Java 21 Virtual Thread Runnin...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Hands-On Lab: Scoped Values vs ThreadLocal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scoped value binding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context safely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LAB-JAVA21-01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Exercise Starter Code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 21 Virtual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Spring Boot 3 Starters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Production readiness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