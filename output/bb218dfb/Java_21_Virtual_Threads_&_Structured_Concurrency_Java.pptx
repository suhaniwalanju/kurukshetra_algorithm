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Virtual Threads are a new feature in Java 21.0.6, designed for CPU-bound tasks.</a:t>
            </a:r>
          </a:p>
          <a:p/>
          <a:p>
            <a:r>
              <a:t>Trainer Notes:</a:t>
            </a:r>
          </a:p>
          <a:p>
            <a:r>
              <a:t>Complete Runnable File (ex_java_s3_virtual_threads):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Structured Concurrency makes it easier to write concurrent code without worrying about thread management.</a:t>
            </a:r>
          </a:p>
          <a:p/>
          <a:p>
            <a:r>
              <a:t>Trainer Notes:</a:t>
            </a:r>
          </a:p>
          <a:p>
            <a:r>
              <a:t>Complete Runnable File (ex_java_s5_structured_concurrency):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Virtual Threads are designed to be more efficient and lightweight for CPU-bound tasks.</a:t>
            </a:r>
          </a:p>
          <a:p/>
          <a:p>
            <a:r>
              <a:t>Trainer Notes:</a:t>
            </a:r>
          </a:p>
          <a:p>
            <a:r>
              <a:t>Complete Runnable File (ex_java_s7_benefits_of_virtual_thre):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Benefits of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"Benefits of 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Structured Concurrency makes it easier to write concurrent code by providing a simpler syntax and built-in error handling.</a:t>
            </a:r>
          </a:p>
          <a:p/>
          <a:p>
            <a:r>
              <a:t>Trainer Notes:</a:t>
            </a:r>
          </a:p>
          <a:p>
            <a:r>
              <a:t>Complete Runnable File (ex_java_s8_benefits_of_structured_c):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Benefits of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"Benefits of 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Prof.Samruddhi Khade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 of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Example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Can be used for CPU-bound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VirtualThread.start()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Virtual Threads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Virtual Threads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Start a Virtual Thread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 code snippet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VirtualThread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vThread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VirtualThread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start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CPU-bound task started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Virtual Threads 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simplifies concurrency programming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Uses @Suspendable annotation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@Suspendable methods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Structured Concurrency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Define a suspendable method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 code snippet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@Suspendable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MyTask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Task running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Structured Concurrency 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Benefits of 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Reduce thread overhead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Optimized for CPU-bound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VirtualThread.start()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Benefits of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Benefits of...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Benefits of Virtual Threads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Benefits of 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Simplified syntax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Error handling built-in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@Suspendable methods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Benefits of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Benefits of...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Benefits of Structured Concurrency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Write a program using Virtual Threads and Structured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 code snippet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java.util.concurrent.atomic.*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@Suspendable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MyTask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private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AtomicInteger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counter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new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AtomicInteger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0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@Suspendable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while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true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value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counter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getAndIncrement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if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value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10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VirtualThread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vThread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VirtualThread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sta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Thread started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Exercise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for CPU-bound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simplifies concurrency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Benefits of both features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