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we can define a simple grid layout.</a:t>
            </a:r>
          </a:p>
          <a:p/>
          <a:p>
            <a:r>
              <a:t>Trainer Notes:</a:t>
            </a:r>
          </a:p>
          <a:p>
            <a:r>
              <a:t>Complete Runnable File (ex_html/css/js_s3_css_grid_basics):</a:t>
            </a:r>
          </a:p>
          <a:p>
            <a:r>
              <a:t>```html/css/js</a:t>
            </a:r>
          </a:p>
          <a:p>
            <a:r>
              <a:t># Complete runnable demonstration for CSS Grid Basics</a:t>
            </a:r>
          </a:p>
          <a:p>
            <a:r>
              <a:t>print('CSS Grid Basics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Here's how we can set up a basic grid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make our grid responsive to different screen sizes.</a:t>
            </a:r>
          </a:p>
          <a:p/>
          <a:p>
            <a:r>
              <a:t>Trainer Notes:</a:t>
            </a:r>
          </a:p>
          <a:p>
            <a:r>
              <a:t>Complete Runnable File (ex_html/css/js_s5_responsive_grid):</a:t>
            </a:r>
          </a:p>
          <a:p>
            <a:r>
              <a:t>```html/css/js</a:t>
            </a:r>
          </a:p>
          <a:p>
            <a:r>
              <a:t># Complete runnable demonstration for Responsive Grid</a:t>
            </a:r>
          </a:p>
          <a:p>
            <a:r>
              <a:t>print('Responsive Grid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This code makes the grid columns auto-fill based on the screen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use JavaScript to manipulate the DOM.</a:t>
            </a:r>
          </a:p>
          <a:p/>
          <a:p>
            <a:r>
              <a:t>Trainer Notes:</a:t>
            </a:r>
          </a:p>
          <a:p>
            <a:r>
              <a:t>Complete Runnable File (ex_html/css/js_s7_dom_manipulation_with_ja):</a:t>
            </a:r>
          </a:p>
          <a:p>
            <a:r>
              <a:t>```html/css/js</a:t>
            </a:r>
          </a:p>
          <a:p>
            <a:r>
              <a:t># Complete runnable demonstration for DOM Manipulation with JavaScript</a:t>
            </a:r>
          </a:p>
          <a:p>
            <a:r>
              <a:t>print('DOM Manipulation with JavaScript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Here's how we can add a new div element to the 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Apply what you've learned to manipulate the grid and add a new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Today we covered the basics of CSS Grid and DOM manipulation. Remember to use media queries for responsive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We've covered the basics of CSS Grid and DOM manipulation. Let's discuss any questions you may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Web Foundations: Responsive DOM Manipulation &amp; CSS Grid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shreyas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Web Foundations: Responsive DOM Manipulation &amp; CSS Grid: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CSS Grid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Grid is a 2D layout system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Grid consists of rows and columns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Rows and columns are defined by grid-template-rows and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CSS Grid Basics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print('CSS Grid Basics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Creating a Grid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ES2023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div.container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display: grid;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grid-template-columns: repeat(3, 1fr);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grid-template-rows: repeat(3, 1fr);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Responsive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Adjust rows and columns dynamically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media queries for breakpoints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@media (max-width: 600px) { ... }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Responsive Grid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print('Responsive Grid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Responsive Grid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ES2023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div.container 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display: grid;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grid-template-columns: repeat(auto-fill, minmax(200px,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}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DOM Manipulation with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document.querySelector() to select elements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document.createElement() to create elements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innerHTML to set element content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DOM Manipulation wi...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print('DOM Manipulation with JavaScript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Adding a New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ES2023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newElement = document.createElement('div');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newElement.innerHTML = 'Hello, World!';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document.body.appendChild(newElement);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Responsive Grid and DOM Manipulation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HTML/CSS/JS ES2023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const gridContainer = document.querySelector('.grid-conta...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gridContainer.innerHTML = '&lt;div&gt;Hello, Grid!&lt;/div&gt;' + gri...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Web Foundations: Responsive DOM Manipulation &amp; CSS Grid: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CSS Grid for responsive layouts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Manipulating the DOM with JavaScript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media queries for breakpoints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Thank You and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Feel free to ask any questions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