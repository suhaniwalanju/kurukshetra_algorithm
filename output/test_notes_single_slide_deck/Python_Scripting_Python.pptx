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T_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81199" y="1168400"/>
            <a:ext cx="8229599" cy="43814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4400" b="1">
                <a:solidFill>
                  <a:srgbClr val="1E2653"/>
                </a:solidFill>
                <a:latin typeface="Arial"/>
              </a:defRPr>
            </a:pPr>
            <a:r>
              <a:t>Slide 1 Cover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35199" y="5454650"/>
            <a:ext cx="7721599" cy="330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000" b="1">
                <a:solidFill>
                  <a:srgbClr val="1E2653"/>
                </a:solidFill>
                <a:latin typeface="Segoe UI"/>
              </a:defRPr>
            </a:pPr>
            <a:r>
              <a:t>Presented By Prof. Test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35199" y="1911350"/>
            <a:ext cx="7721599" cy="3175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200"/>
              </a:spcAft>
              <a:defRPr sz="3000">
                <a:solidFill>
                  <a:srgbClr val="1E293B"/>
                </a:solidFill>
                <a:latin typeface="Segoe UI"/>
              </a:defRPr>
            </a:pPr>
            <a:r>
              <a:t>•  Intro 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T_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81199" y="1168400"/>
            <a:ext cx="8229599" cy="43814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4400" b="1">
                <a:solidFill>
                  <a:srgbClr val="1E2653"/>
                </a:solidFill>
                <a:latin typeface="Arial"/>
              </a:defRPr>
            </a:pPr>
            <a:r>
              <a:t>Slide 2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81199" y="5994400"/>
            <a:ext cx="8229599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>
                <a:solidFill>
                  <a:srgbClr val="64748B"/>
                </a:solidFill>
                <a:latin typeface="Segoe UI"/>
              </a:defRPr>
            </a:pPr>
            <a:r>
              <a:t>VIT   •   Slide 2 Code   •   Slide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81199" y="1784350"/>
            <a:ext cx="3505199" cy="2159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200"/>
              </a:spcAft>
              <a:defRPr sz="3000">
                <a:solidFill>
                  <a:srgbClr val="1E293B"/>
                </a:solidFill>
                <a:latin typeface="Segoe UI"/>
              </a:defRPr>
            </a:pPr>
            <a:r>
              <a:t>•  Refined: Focus on error handling in Pyt</a:t>
            </a:r>
          </a:p>
          <a:p>
            <a:pPr algn="l">
              <a:spcAft>
                <a:spcPts val="1200"/>
              </a:spcAft>
              <a:defRPr sz="3000">
                <a:solidFill>
                  <a:srgbClr val="1E293B"/>
                </a:solidFill>
                <a:latin typeface="Segoe UI"/>
              </a:defRPr>
            </a:pPr>
            <a:r>
              <a:t>•  Code 2A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40399" y="1784350"/>
            <a:ext cx="4470399" cy="2159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800"/>
              </a:spcAft>
              <a:defRPr sz="1200">
                <a:solidFill>
                  <a:srgbClr val="60A5FA"/>
                </a:solidFill>
                <a:latin typeface="Consolas"/>
              </a:defRPr>
            </a:pPr>
            <a:r>
              <a:t>// Language: PLAINTEXT</a:t>
            </a:r>
          </a:p>
          <a:p>
            <a:pPr>
              <a:spcAft>
                <a:spcPts val="200"/>
              </a:spcAft>
              <a:defRPr sz="2000">
                <a:latin typeface="Consolas"/>
              </a:defRPr>
            </a:pPr>
            <a:r>
              <a:rPr sz="2000">
                <a:solidFill>
                  <a:srgbClr val="F0F4FA"/>
                </a:solidFill>
                <a:latin typeface="Consolas"/>
              </a:rPr>
              <a:t># Updated: Focus on error handling in Python
</a:t>
            </a:r>
          </a:p>
          <a:p>
            <a:pPr>
              <a:spcAft>
                <a:spcPts val="200"/>
              </a:spcAft>
              <a:defRPr sz="2000">
                <a:latin typeface="Consolas"/>
              </a:defRPr>
            </a:pPr>
            <a:r>
              <a:rPr sz="2000">
                <a:solidFill>
                  <a:srgbClr val="F0F4FA"/>
                </a:solidFill>
                <a:latin typeface="Consolas"/>
              </a:rPr>
              <a:t>print('Original 2')
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T_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81199" y="1168400"/>
            <a:ext cx="8229599" cy="43814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4400" b="1">
                <a:solidFill>
                  <a:srgbClr val="1E2653"/>
                </a:solidFill>
                <a:latin typeface="Arial"/>
              </a:defRPr>
            </a:pPr>
            <a:r>
              <a:t>Slide 3 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81199" y="5994400"/>
            <a:ext cx="8229599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>
                <a:solidFill>
                  <a:srgbClr val="64748B"/>
                </a:solidFill>
                <a:latin typeface="Segoe UI"/>
              </a:defRPr>
            </a:pPr>
            <a:r>
              <a:t>VIT   •   Slide 3 Closing   •   Slide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71699" y="1847849"/>
            <a:ext cx="7848599" cy="380999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200"/>
              </a:spcAft>
              <a:defRPr sz="3000">
                <a:solidFill>
                  <a:srgbClr val="1E293B"/>
                </a:solidFill>
                <a:latin typeface="Segoe UI"/>
              </a:defRPr>
            </a:pPr>
            <a:r>
              <a:t>•  Conclusion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