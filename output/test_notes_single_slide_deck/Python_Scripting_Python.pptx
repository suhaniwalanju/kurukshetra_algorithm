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Slide 1 Cover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Prof. Test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Slide 1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Slide 2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Refined: Focus on error handling in Pyt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Code 2A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PLAINTEXT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Updated: Focus on error handling in Python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print('Original 2')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Slide 2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Slide 3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380999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Conclusion 3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Slide 3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