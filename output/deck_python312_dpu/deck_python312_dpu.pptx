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Asynchronous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Samriddhi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 with TaskGroup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939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exception aggregation and auto-cancellation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Deterministic lifecycle without lingering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Zero dangling background task leaks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939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939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fetch_service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svc_id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int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str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0.05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f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Service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svc_id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 ready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TaskGroup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tg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t1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tg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fetch_service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t2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tg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fetch_service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t1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t2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 Event Loop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222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Single-threaded cooperative task scheduling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Epoll event notification on OS sockets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Future resolution wakes paused coroutines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222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pic>
        <p:nvPicPr>
          <p:cNvPr id="7" name="Picture 6" descr="diag_slid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49" y="1695449"/>
            <a:ext cx="5149849" cy="2222500"/>
          </a:xfrm>
          <a:prstGeom prst="rect">
            <a:avLst/>
          </a:prstGeom>
        </p:spPr>
      </p:pic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Best Practices in AsyncIO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Never invoke blocking synchronous code on event loop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Delegate CPU intensive workloads to process pools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Utilize asyncio.timeout for network deadlines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Always await graceful cancellation on shutdown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exercise_2_async_gather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