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Introduce the concept with a simple example.</a:t>
            </a:r>
          </a:p>
          <a:p/>
          <a:p>
            <a:r>
              <a:t>Trainer Notes:</a:t>
            </a:r>
          </a:p>
          <a:p>
            <a:r>
              <a:t>Complete Runnable File (ex_tailwind css_s3_introduction_to_tailwind):</a:t>
            </a:r>
          </a:p>
          <a:p>
            <a:r>
              <a:t>```tailwind css</a:t>
            </a:r>
          </a:p>
          <a:p>
            <a:r>
              <a:t># Complete runnable demonstration for Introduction to Tailwind CSS</a:t>
            </a:r>
          </a:p>
          <a:p>
            <a:r>
              <a:t>print('Introduction to Tailwind CSS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apply responsive styles.</a:t>
            </a:r>
          </a:p>
          <a:p/>
          <a:p>
            <a:r>
              <a:t>Trainer Notes:</a:t>
            </a:r>
          </a:p>
          <a:p>
            <a:r>
              <a:t>Complete Runnable File (ex_tailwind css_s4_responsive_design_basics):</a:t>
            </a:r>
          </a:p>
          <a:p>
            <a:r>
              <a:t>```tailwind css</a:t>
            </a:r>
          </a:p>
          <a:p>
            <a:r>
              <a:t># Complete runnable demonstration for Responsive Design Basics</a:t>
            </a:r>
          </a:p>
          <a:p>
            <a:r>
              <a:t>print('Responsive Design Basics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Demonstrate grid layout with simple examples.</a:t>
            </a:r>
          </a:p>
          <a:p/>
          <a:p>
            <a:r>
              <a:t>Trainer Notes:</a:t>
            </a:r>
          </a:p>
          <a:p>
            <a:r>
              <a:t>Complete Runnable File (ex_tailwind css_s5_grid_systems):</a:t>
            </a:r>
          </a:p>
          <a:p>
            <a:r>
              <a:t>```tailwind css</a:t>
            </a:r>
          </a:p>
          <a:p>
            <a:r>
              <a:t># Complete runnable demonstration for Grid Systems</a:t>
            </a:r>
          </a:p>
          <a:p>
            <a:r>
              <a:t>print('Grid Systems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simple example to see the grid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create responsive grid layouts.</a:t>
            </a:r>
          </a:p>
          <a:p/>
          <a:p>
            <a:r>
              <a:t>Trainer Notes:</a:t>
            </a:r>
          </a:p>
          <a:p>
            <a:r>
              <a:t>Complete Runnable File (ex_tailwind css_s7_responsive_grid):</a:t>
            </a:r>
          </a:p>
          <a:p>
            <a:r>
              <a:t>```tailwind css</a:t>
            </a:r>
          </a:p>
          <a:p>
            <a:r>
              <a:t># Complete runnable demonstration for Responsive Grid</a:t>
            </a:r>
          </a:p>
          <a:p>
            <a:r>
              <a:t>print('Responsive Grid Verified')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Let students practice creating a responsive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Summarize key points and reinforce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attention and encourage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Tailwind CSS 3.4 Responsive Design &amp; Grid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shreyas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Introduction to Tailwind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 is a utility-first CSS framework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Focuses on simplicity and speed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Includes pre-defined classes for common design elements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Introduction to Tai...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print('Introduction to Tailwind CSS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Responsive Design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responsive utilities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Classes like 'text-lg' for text size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Classes like 'md:text-xl' for medium screen text size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Responsive Design B...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print('Responsive Design Basics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Grid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grid classes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Classes like 'grid grid-cols-2' for two columns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Classes like 'md:grid-cols-3' for medium screens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Grid Systems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print('Grid Systems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Example: Basic Grid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HTML: &lt;div class='grid grid-cols-2'&gt;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CSS: div { grid-area: header; 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CSS: md:div { grid-area: main; }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3.4.17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div { grid-area: header; 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md:div { grid-area: main; 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Responsive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responsive grid classes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Classes like 'grid-cols-2 md:grid-cols-3' for medium screens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Classes like 'md:grid-cols-2 lg:grid-cols-4' for larger screens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17 (gcc 13.2)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# Complete runnable demonstration for Responsive Grid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print('Responsive Grid Verified')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Create a Responsive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HTML: &lt;div class='grid'&gt;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CSS: div { grid-area: header; 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CSS: md:div { grid-area: main; }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CSS: lg:div { grid-area: footer; }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TAILWIND CSS 3.4.17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div { grid-area: header; 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md:div { grid-area: main; }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lg:div { grid-area: footer; }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Tailwind CSS 3.4 Responsive Design &amp; Grid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 CSS for utility-first design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Responsive utilities for easy styling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Grid classes for layout control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Thank You and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Open for questions and discussion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 for further learning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