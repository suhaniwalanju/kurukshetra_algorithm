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basic usage of asyncio.sleep()</a:t>
            </a:r>
          </a:p>
          <a:p/>
          <a:p>
            <a:r>
              <a:t>Trainer Notes:</a:t>
            </a:r>
          </a:p>
          <a:p>
            <a:r>
              <a:t>Complete Runnable File (ex_python_s3_asyncio_basics):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AsyncIO Basics</a:t>
            </a:r>
          </a:p>
          <a:p>
            <a:r>
              <a:t>    message = "AsyncIO Basics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the concept of coroutines and their role in asyncio.</a:t>
            </a:r>
          </a:p>
          <a:p/>
          <a:p>
            <a:r>
              <a:t>Trainer Notes:</a:t>
            </a:r>
          </a:p>
          <a:p>
            <a:r>
              <a:t>Complete Runnable File (ex_python_s4_coroutines):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Coroutines</a:t>
            </a:r>
          </a:p>
          <a:p>
            <a:r>
              <a:t>    message = "Coroutines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a simple example of an async function with a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Explain how to handle and run multiple coroutines concurrently.</a:t>
            </a:r>
          </a:p>
          <a:p/>
          <a:p>
            <a:r>
              <a:t>Trainer Notes:</a:t>
            </a:r>
          </a:p>
          <a:p>
            <a:r>
              <a:t>Complete Runnable File (ex_python_s6_handling_coroutines):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Handling Coroutines</a:t>
            </a:r>
          </a:p>
          <a:p>
            <a:r>
              <a:t>    message = "Handling 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how to optimize performance using asyncio.gather() and other techniques.</a:t>
            </a:r>
          </a:p>
          <a:p/>
          <a:p>
            <a:r>
              <a:t>Trainer Notes:</a:t>
            </a:r>
          </a:p>
          <a:p>
            <a:r>
              <a:t>Complete Runnable File (ex_python_s7_performance_optimization):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Performance Optimization</a:t>
            </a:r>
          </a:p>
          <a:p>
            <a:r>
              <a:t>    message = "Performance Optimization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Explore advanced patterns and syntax for working with coroutines.</a:t>
            </a:r>
          </a:p>
          <a:p/>
          <a:p>
            <a:r>
              <a:t>Trainer Notes:</a:t>
            </a:r>
          </a:p>
          <a:p>
            <a:r>
              <a:t>Complete Runnable File (ex_python_s8_advanced_coroutines_patt):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Coroutines Patterns</a:t>
            </a:r>
          </a:p>
          <a:p>
            <a:r>
              <a:t>    message = "Advanced Coroutines Patterns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 starter code and expected output for students to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Prof. Samruddhi 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Performance Optimization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Advanced Coroutines Patterns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AsyncIO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is for asynchronous I/O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asyncio.sleep()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AsyncIO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AsyncIO Basics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AsyncIO Basics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def coroutine()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Coroutines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Coroutines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Example: Simple AsyncIO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def main()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Main function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Main function continues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Example: Simple AsyncIO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Handling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asyncio.gather() to run multiple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asyncio.gather(coroutine1, coroutine2)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Handling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Handling Coroutines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Handling Coroutines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asyncio.gather() for better 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asyncio.gather(coroutine1(), coroutine2())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Performance Optimization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Performance Optimization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Performance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Advanced Coroutines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async/await for cleaner syntax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def main(): await coroutine()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Coroutines Patterns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Coroutines Patterns Executed in Pytho...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Advanced Coroutines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Simple AsyncIO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Create an async function to print numbers from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def print_numbers()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print_numbers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range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6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print_numbers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Exercise: Simple AsyncIO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I/O-bound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for concurrency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Performance optimization techniques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Advanced patterns for better code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