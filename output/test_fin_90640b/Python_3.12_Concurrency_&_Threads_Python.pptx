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state session learning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Outline the roadmap of topics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1.</a:t>
            </a:r>
          </a:p>
          <a:p/>
          <a:p>
            <a:r>
              <a:t>Trainer Notes:</a:t>
            </a:r>
          </a:p>
          <a:p>
            <a:r>
              <a:t>Complete Runnable File (ex_python_s3_python_3_12_concurrency_):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1</a:t>
            </a:r>
          </a:p>
          <a:p>
            <a:r>
              <a:t>    message = "Python 3.12 Concurrency &amp; Threads: Concept 1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2.</a:t>
            </a:r>
          </a:p>
          <a:p/>
          <a:p>
            <a:r>
              <a:t>Trainer Notes:</a:t>
            </a:r>
          </a:p>
          <a:p>
            <a:r>
              <a:t>Complete Runnable File (ex_python_s4_python_3_12_concurrency_):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2</a:t>
            </a:r>
          </a:p>
          <a:p>
            <a:r>
              <a:t>    message = "Python 3.12 Concurrency &amp; Threads: Concept 2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3.</a:t>
            </a:r>
          </a:p>
          <a:p/>
          <a:p>
            <a:r>
              <a:t>Trainer Notes:</a:t>
            </a:r>
          </a:p>
          <a:p>
            <a:r>
              <a:t>Complete Runnable File (ex_python_s5_python_3_12_concurrency_):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3</a:t>
            </a:r>
          </a:p>
          <a:p>
            <a:r>
              <a:t>    message = "Python 3.12 Concurrency &amp; Threads: Concept 3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Python 3.12 Concurrency &amp; Threads: Concept 4.</a:t>
            </a:r>
          </a:p>
          <a:p/>
          <a:p>
            <a:r>
              <a:t>Trainer Notes:</a:t>
            </a:r>
          </a:p>
          <a:p>
            <a:r>
              <a:t>Complete Runnable File (ex_python_s6_python_3_12_concurrency_):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Python 3.12 Concurrency &amp; Threads: Concept 4</a:t>
            </a:r>
          </a:p>
          <a:p>
            <a:r>
              <a:t>    message = "Python 3.12 Concurrency &amp; Threads: Concept 4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Give students 5 minutes to write and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Highlight key syntax and principles in Quick Knowledge Check.</a:t>
            </a:r>
          </a:p>
          <a:p/>
          <a:p>
            <a:r>
              <a:t>Trainer Notes:</a:t>
            </a:r>
          </a:p>
          <a:p>
            <a:r>
              <a:t>Complete Runnable File (ex_python_s8_quick_knowledge_check):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Quick Knowledge Check</a:t>
            </a:r>
          </a:p>
          <a:p>
            <a:r>
              <a:t>    message = "Quick Knowledge Check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Recap the 3 most essential lessons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Open the floor for questions and hand out lab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Prof. Inline Verifier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Lecture Agenda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397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Core Syntax &amp; Architecture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Implementation &amp; Code Walkthrough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Coding Exercise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Best Practices &amp; Pitfalls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Summary &amp; Next Steps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Threads: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1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1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Threads: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2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Threads: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3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3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3.12 Concurrency &amp; Threads: Concept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Python 3.12 Concurrency &amp; Threads: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Python 3.12 Concurrency &amp; Threads: Concept 4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Python 3.12 Concurrency &amp; Threads: Concept 4 E...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Lab: Python 3.12 Concurrency &amp;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the target logic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all edge case assertions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Observe expected console output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Refactor for optimal performance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LAB-01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Python 312 Concurrency  Threads Example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Result: Verified Output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compute_result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Quick Knowledge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Fundamental logic of Quick Knowledge Check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Direct state handling and memory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Clean modular implementation pattern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High performance execution profile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Quick Knowledge Check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Quick Knowledge Check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Key Takeaways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Mastered core principles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Wrote verified executable code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Understood design trade-offs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Ready for advanced topics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1143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Interactive Q&amp;A Session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Code Review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Repository Links Shared Online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Next Lab Preview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