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(ex_python_s3_introduction_to_asyncio):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Introduction to AsyncIO</a:t>
            </a:r>
          </a:p>
          <a:p>
            <a:r>
              <a:t>    message = "Introduction to AsyncIO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(ex_python_s5_understanding_coroutines):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Understanding Coroutines</a:t>
            </a:r>
          </a:p>
          <a:p>
            <a:r>
              <a:t>    message = "Understanding Coroutines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(ex_python_s7_writing_simple_async_cod):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Writing Simple Async Code</a:t>
            </a:r>
          </a:p>
          <a:p>
            <a:r>
              <a:t>    message = "Writing Simple Async Code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Writing Simple Async Code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Introduction to AsyncIO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AsyncIO allows writing asynchronous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Non-blocking I/O operations are possible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Introduction to AsyncIO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Introduction to AsyncIO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Example: Simple Async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hello_world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Hello, World!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Understanding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Coroutines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They can be paused and resumed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Understanding Coroutines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Understanding Coroutines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Example: Simple Coroutine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simple_coroutine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while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True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value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Writing Simple Async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`async def` for async functions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`await` for awaiting coroutines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Writing Simple Async Code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Writing Simple Async Code Executed in Python 3...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Example: Async Function with Coroutine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coro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simple_coroutine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nex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Write an Async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my_async_function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Async Function...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Coroutines: Part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AsyncIO allows non-blocking I/O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Coroutines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`async def` and `await`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References: Python AsyncIO Docs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