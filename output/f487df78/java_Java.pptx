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Prof.Samruddhi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Overview of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Features in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Performance Enhancements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Memory Management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Security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New Features in Java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New Features in Java 21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Concatenation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JSON Processing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Annotations for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1049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Hello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World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json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new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JSONObject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put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name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Samruddhi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put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age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30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@Secure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secureMethod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Performance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Performance Enhancements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Compiler Optimizations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Garbage Collection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Parallelism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D19A66"/>
                </a:solidFill>
                <a:latin typeface="Consolas"/>
              </a:rPr>
              <a:t>1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3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4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5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Arrays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sort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arr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Arrays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toString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arr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Memory Management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Automatic Memory Management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Garbage Collection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Memory Leaks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Object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obj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new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Object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obj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null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gc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Security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Security Improvements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Security Annotations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Security Policies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Security Auditing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7747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@Secure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secureMethod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Example: String Concatenation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Example: String Concatenation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for improved string concatenation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7747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str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Hello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World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Example: JSON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Example: JSON Processing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for JSON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7747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json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new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JSONObject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put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name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Samruddhi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put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age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30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json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Example: Garbage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Example: Garbage Collection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for garbage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Object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obj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new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Object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obj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null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gc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Exercise: Implement a Secure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Exercise: Implement a Secure Method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a secure method with the @Secure annotation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exercise1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7747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@Secure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secureMethod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Concatenation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JSON Processing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Annotations for Security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Garbage Collection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Parallelism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Closing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your attention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Q&amp;A session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