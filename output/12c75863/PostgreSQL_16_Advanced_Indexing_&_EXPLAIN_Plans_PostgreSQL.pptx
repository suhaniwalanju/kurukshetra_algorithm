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Indexes help speed up data retrieval.</a:t>
            </a:r>
          </a:p>
          <a:p/>
          <a:p>
            <a:r>
              <a:t>Trainer Notes:</a:t>
            </a:r>
          </a:p>
          <a:p>
            <a:r>
              <a:t>Complete Runnable File (ex_postgresql_s3_indexes):</a:t>
            </a:r>
          </a:p>
          <a:p>
            <a:r>
              <a:t>```postgresql</a:t>
            </a:r>
          </a:p>
          <a:p>
            <a:r>
              <a:t>-- Concept: Indexes</a:t>
            </a:r>
          </a:p>
          <a:p>
            <a:r>
              <a:t>CREATE TEMP TABLE concept_demo (id SERIAL PRIMARY KEY, name TEXT);</a:t>
            </a:r>
          </a:p>
          <a:p>
            <a:r>
              <a:t>INSERT INTO concept_demo (name) VALUES ('Alpha'), ('Beta');</a:t>
            </a:r>
          </a:p>
          <a:p>
            <a:r>
              <a:t>SELECT id, name FROM concept_demo ORDER BY id;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Choose the right type for your data.</a:t>
            </a:r>
          </a:p>
          <a:p/>
          <a:p>
            <a:r>
              <a:t>Trainer Notes:</a:t>
            </a:r>
          </a:p>
          <a:p>
            <a:r>
              <a:t>Complete Runnable File (ex_postgresql_s4_index_types):</a:t>
            </a:r>
          </a:p>
          <a:p>
            <a:r>
              <a:t>```postgresql</a:t>
            </a:r>
          </a:p>
          <a:p>
            <a:r>
              <a:t>-- Concept: Index Types</a:t>
            </a:r>
          </a:p>
          <a:p>
            <a:r>
              <a:t>CREATE TEMP TABLE concept_demo (id SERIAL PRIMARY KEY, name TEXT);</a:t>
            </a:r>
          </a:p>
          <a:p>
            <a:r>
              <a:t>INSERT INTO concept_demo (name) VALUES ('Alpha'), ('Beta');</a:t>
            </a:r>
          </a:p>
          <a:p>
            <a:r>
              <a:t>SELECT id, name FROM concept_demo ORDER BY id;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Use indexes wisely to avoid redundancy.</a:t>
            </a:r>
          </a:p>
          <a:p/>
          <a:p>
            <a:r>
              <a:t>Trainer Notes:</a:t>
            </a:r>
          </a:p>
          <a:p>
            <a:r>
              <a:t>Complete Runnable File (ex_postgresql_s5_index_usage):</a:t>
            </a:r>
          </a:p>
          <a:p>
            <a:r>
              <a:t>```postgresql</a:t>
            </a:r>
          </a:p>
          <a:p>
            <a:r>
              <a:t>-- Concept: Index Usage</a:t>
            </a:r>
          </a:p>
          <a:p>
            <a:r>
              <a:t>CREATE TEMP TABLE concept_demo (id SERIAL PRIMARY KEY, name TEXT);</a:t>
            </a:r>
          </a:p>
          <a:p>
            <a:r>
              <a:t>INSERT INTO concept_demo (name) VALUES ('Alpha'), ('Beta');</a:t>
            </a:r>
          </a:p>
          <a:p>
            <a:r>
              <a:t>SELECT id, name FROM concept_demo ORDER BY id;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Learn to create and manage indexes.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EXPLAIN helps you understand how queries are executed.</a:t>
            </a:r>
          </a:p>
          <a:p/>
          <a:p>
            <a:r>
              <a:t>Trainer Notes:</a:t>
            </a:r>
          </a:p>
          <a:p>
            <a:r>
              <a:t>Complete Runnable File (ex_postgresql_s7_explain_plans):</a:t>
            </a:r>
          </a:p>
          <a:p>
            <a:r>
              <a:t>```postgresql</a:t>
            </a:r>
          </a:p>
          <a:p>
            <a:r>
              <a:t>-- Concept: EXPLAIN Plans</a:t>
            </a:r>
          </a:p>
          <a:p>
            <a:r>
              <a:t>CREATE TEMP TABLE concept_demo (id SERIAL PRIMARY KEY, name TEXT);</a:t>
            </a:r>
          </a:p>
          <a:p>
            <a:r>
              <a:t>INSERT INTO concept_demo (name) VALUES ('Alpha'), ('Beta');</a:t>
            </a:r>
          </a:p>
          <a:p>
            <a:r>
              <a:t>SELECT id, name FROM concept_demo ORDER BY id;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Analyze EXPLAIN output to optimize queries.</a:t>
            </a:r>
          </a:p>
          <a:p/>
          <a:p>
            <a:r>
              <a:t>Trainer Notes:</a:t>
            </a:r>
          </a:p>
          <a:p>
            <a:r>
              <a:t>Complete Runnable File (ex_postgresql_s8_explain_output):</a:t>
            </a:r>
          </a:p>
          <a:p>
            <a:r>
              <a:t>```postgresql</a:t>
            </a:r>
          </a:p>
          <a:p>
            <a:r>
              <a:t>-- Concept: EXPLAIN Output</a:t>
            </a:r>
          </a:p>
          <a:p>
            <a:r>
              <a:t>CREATE TEMP TABLE concept_demo (id SERIAL PRIMARY KEY, name TEXT);</a:t>
            </a:r>
          </a:p>
          <a:p>
            <a:r>
              <a:t>INSERT INTO concept_demo (name) VALUES ('Alpha'), ('Beta');</a:t>
            </a:r>
          </a:p>
          <a:p>
            <a:r>
              <a:t>SELECT id, name FROM concept_demo ORDER BY id;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Apply what you've learned to real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Remember these key points for future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Thank students for their participation and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PostgreSQL 16 Advanced Indexing &amp; EXPLAIN Plans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sam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Understanding Indexes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Creating Indexes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Analyzing Query Performance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Speed up SELECT queries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Store data in a separate table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-- Concept: Indexes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TEMP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TABLE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SERIAL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PRIMARY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KEY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na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INSERT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INTO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VALUES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Alpha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Beta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SELECT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FROM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ORDER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BY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Index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B-Tree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Hash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Spatial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Full-Text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-- Concept: Index Types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TEMP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TABLE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SERIAL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PRIMARY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KEY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na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INSERT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INTO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VALUES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Alpha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Beta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SELECT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FROM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ORDER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BY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Index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Unique constraints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Composite keys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Partial indexes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-- Concept: Index Usage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TEMP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TABLE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SERIAL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PRIMARY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KEY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na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INSERT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INTO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VALUES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Alpha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Beta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SELECT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FROM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ORDER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BY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Creating 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INDEX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UNIQUE INDEX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INDEX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idx_name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employees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UNIQUE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INDEX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idx_unique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employees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EXPLAIN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Understand query execution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Optimize performance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-- Concept: EXPLAIN Plans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TEMP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TABLE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SERIAL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PRIMARY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KEY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na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INSERT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INTO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VALUES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Alpha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Beta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SELECT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FROM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ORDER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BY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EXPLAIN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Cost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Plan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Time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Rows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exercise_8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-- Concept: EXPLAIN Output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TEMP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TABLE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SERIAL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PRIMARY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KEY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na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INSERT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INTO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VALUES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Alpha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Beta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SELECT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FROM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ORDER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BY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Hands-on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an index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Analyze query performance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INDEX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idx_name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employees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EXPLAIN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SELECT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*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FROM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employees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WHERE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1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Indexes speed up queries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Choose right types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Analyze EXPLAIN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635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your attention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Questions are welcome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