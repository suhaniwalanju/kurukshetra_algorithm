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Indexes help speed up data retrieval.</a:t>
            </a:r>
          </a:p>
          <a:p/>
          <a:p>
            <a:r>
              <a:t>Trainer Notes:</a:t>
            </a:r>
          </a:p>
          <a:p>
            <a:r>
              <a:t>Complete Runnable File (ex_postgresql_s3_indexes):</a:t>
            </a:r>
          </a:p>
          <a:p>
            <a:r>
              <a:t>```postgresql</a:t>
            </a:r>
          </a:p>
          <a:p>
            <a:r>
              <a:t>-- Concept: Indexes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Choose the right type for your data.</a:t>
            </a:r>
          </a:p>
          <a:p/>
          <a:p>
            <a:r>
              <a:t>Trainer Notes:</a:t>
            </a:r>
          </a:p>
          <a:p>
            <a:r>
              <a:t>Complete Runnable File (ex_postgresql_s4_index_types):</a:t>
            </a:r>
          </a:p>
          <a:p>
            <a:r>
              <a:t>```postgresql</a:t>
            </a:r>
          </a:p>
          <a:p>
            <a:r>
              <a:t>-- Concept: Index Types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Use indexes wisely to avoid redundancy.</a:t>
            </a:r>
          </a:p>
          <a:p/>
          <a:p>
            <a:r>
              <a:t>Trainer Notes:</a:t>
            </a:r>
          </a:p>
          <a:p>
            <a:r>
              <a:t>Complete Runnable File (ex_postgresql_s5_index_usage):</a:t>
            </a:r>
          </a:p>
          <a:p>
            <a:r>
              <a:t>```postgresql</a:t>
            </a:r>
          </a:p>
          <a:p>
            <a:r>
              <a:t>-- Concept: Index Usage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Learn to create and manage indexes.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EXPLAIN helps you understand how queries are executed.</a:t>
            </a:r>
          </a:p>
          <a:p/>
          <a:p>
            <a:r>
              <a:t>Trainer Notes:</a:t>
            </a:r>
          </a:p>
          <a:p>
            <a:r>
              <a:t>Complete Runnable File (ex_postgresql_s7_explain_plans):</a:t>
            </a:r>
          </a:p>
          <a:p>
            <a:r>
              <a:t>```postgresql</a:t>
            </a:r>
          </a:p>
          <a:p>
            <a:r>
              <a:t>-- Concept: EXPLAIN Plans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Analyze EXPLAIN output to optimize queries.</a:t>
            </a:r>
          </a:p>
          <a:p/>
          <a:p>
            <a:r>
              <a:t>Trainer Notes:</a:t>
            </a:r>
          </a:p>
          <a:p>
            <a:r>
              <a:t>Complete Runnable File (ex_postgresql_s8_explain_output):</a:t>
            </a:r>
          </a:p>
          <a:p>
            <a:r>
              <a:t>```postgresql</a:t>
            </a:r>
          </a:p>
          <a:p>
            <a:r>
              <a:t>-- Concept: EXPLAIN Output</a:t>
            </a:r>
          </a:p>
          <a:p>
            <a:r>
              <a:t>CREATE TEMP TABLE concept_demo (id SERIAL PRIMARY KEY, name TEXT);</a:t>
            </a:r>
          </a:p>
          <a:p>
            <a:r>
              <a:t>INSERT INTO concept_demo (name) VALUES ('Alpha'), ('Beta');</a:t>
            </a:r>
          </a:p>
          <a:p>
            <a:r>
              <a:t>SELECT id, name FROM concept_demo ORDER BY id;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Apply what you've learned to real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Remember these key points for future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Thank students for their participation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PostgreSQL 16 Advanced Indexing &amp; EXPLAIN Plans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5397500"/>
            <a:ext cx="94487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002147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DPU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Indexes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Creating Indexes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Analyzing Query Performance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Speed up SELECT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Store data in a separate table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Indexes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Index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B-Tree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Hash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Spatial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Full-Text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Index Types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Index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Unique constraints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Composite keys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Partial indexes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Index Usage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Creating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INDEX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UNIQUE INDEX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idx_name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employees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UNIQUE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idx_unique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employees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EXPLAIN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 query execution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Optimize performance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exercise_7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EXPLAIN Plans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EXPLAIN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Cost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Plan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Time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Rows</a:t>
            </a:r>
          </a:p>
          <a:p>
            <a:pPr>
              <a:defRPr sz="2800" i="1">
                <a:solidFill>
                  <a:srgbClr val="002147"/>
                </a:solidFill>
                <a:latin typeface="Segoe UI"/>
              </a:defRPr>
            </a:pPr>
            <a:r>
              <a:t>Exercise Reference: exercise_8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-- Concept: EXPLAIN Output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TEMP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TABLE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E5C07B"/>
                </a:solidFill>
                <a:latin typeface="Consolas"/>
              </a:rPr>
              <a:t>SERIAL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PRIMARY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KEY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na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  <a:r>
              <a:rPr sz="1400">
                <a:solidFill>
                  <a:srgbClr val="D19A66"/>
                </a:solidFill>
                <a:latin typeface="Consolas"/>
              </a:rPr>
              <a:t>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INSERT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INTO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VALUES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Alpha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Beta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,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concept_demo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ORDER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BY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Hands-on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371599" y="1695449"/>
            <a:ext cx="404494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an index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Analyze query performance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670549" y="1695449"/>
            <a:ext cx="514984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70549" y="1695449"/>
            <a:ext cx="5149849" cy="21590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POSTGRESQL 16.6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CREATE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INDEX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idx_name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ON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employees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C678DD"/>
                </a:solidFill>
                <a:latin typeface="Consolas"/>
              </a:rPr>
              <a:t>name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EXPLAIN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SELECT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*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FROM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employees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WHERE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id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;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   [Unverified]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Indexes speed up queries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Choose right types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Analyze EXPLAIN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DPU_Bra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9" y="1079500"/>
            <a:ext cx="94487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C0392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2099" y="1758949"/>
            <a:ext cx="9067799" cy="635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your attention</a:t>
            </a:r>
          </a:p>
          <a:p>
            <a:pPr algn="l">
              <a:spcAft>
                <a:spcPts val="10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Questions are welcome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371599" y="6223000"/>
            <a:ext cx="88899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Dr. D. Y. Patil Vidyapeeth, Pune (Deemed to be University)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