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1.</a:t>
            </a:r>
          </a:p>
          <a:p/>
          <a:p>
            <a:r>
              <a:t>Trainer Notes:</a:t>
            </a:r>
          </a:p>
          <a:p>
            <a:r>
              <a:t>Complete Runnable File (ex_tailwind css_s3_tailwind_css_3_4_respons):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2.</a:t>
            </a:r>
          </a:p>
          <a:p/>
          <a:p>
            <a:r>
              <a:t>Trainer Notes:</a:t>
            </a:r>
          </a:p>
          <a:p>
            <a:r>
              <a:t>Complete Runnable File (ex_tailwind css_s4_tailwind_css_3_4_respons):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3.</a:t>
            </a:r>
          </a:p>
          <a:p/>
          <a:p>
            <a:r>
              <a:t>Trainer Notes:</a:t>
            </a:r>
          </a:p>
          <a:p>
            <a:r>
              <a:t>Complete Runnable File (ex_tailwind css_s5_tailwind_css_3_4_respons):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4.</a:t>
            </a:r>
          </a:p>
          <a:p/>
          <a:p>
            <a:r>
              <a:t>Trainer Notes:</a:t>
            </a:r>
          </a:p>
          <a:p>
            <a:r>
              <a:t>Complete Runnable File (ex_tailwind css_s6_tailwind_css_3_4_respons):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5.</a:t>
            </a:r>
          </a:p>
          <a:p/>
          <a:p>
            <a:r>
              <a:t>Trainer Notes:</a:t>
            </a:r>
          </a:p>
          <a:p>
            <a:r>
              <a:t>Complete Runnable File (ex_tailwind css_s7_tailwind_css_3_4_respons):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6.</a:t>
            </a:r>
          </a:p>
          <a:p/>
          <a:p>
            <a:r>
              <a:t>Trainer Notes:</a:t>
            </a:r>
          </a:p>
          <a:p>
            <a:r>
              <a:t>Complete Runnable File (ex_tailwind css_s8_tailwind_css_3_4_respons):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7.</a:t>
            </a:r>
          </a:p>
          <a:p/>
          <a:p>
            <a:r>
              <a:t>Trainer Notes:</a:t>
            </a:r>
          </a:p>
          <a:p>
            <a:r>
              <a:t>Complete Runnable File (ex_tailwind css_s9_tailwind_css_3_4_respons):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8.</a:t>
            </a:r>
          </a:p>
          <a:p/>
          <a:p>
            <a:r>
              <a:t>Trainer Notes:</a:t>
            </a:r>
          </a:p>
          <a:p>
            <a:r>
              <a:t>Complete Runnable File (ex_tailwind css_s10_tailwind_css_3_4_respons):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9.</a:t>
            </a:r>
          </a:p>
          <a:p/>
          <a:p>
            <a:r>
              <a:t>Trainer Notes:</a:t>
            </a:r>
          </a:p>
          <a:p>
            <a:r>
              <a:t>Complete Runnable File (ex_tailwind css_s11_tailwind_css_3_4_respons):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10.</a:t>
            </a:r>
          </a:p>
          <a:p/>
          <a:p>
            <a:r>
              <a:t>Trainer Notes:</a:t>
            </a:r>
          </a:p>
          <a:p>
            <a:r>
              <a:t>Complete Runnable File (ex_tailwind css_s12_tailwind_css_3_4_respons):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Tailwind CSS 3.4 Responsive Design &amp; Grid Systems: Concept 11.</a:t>
            </a:r>
          </a:p>
          <a:p/>
          <a:p>
            <a:r>
              <a:t>Trainer Notes:</a:t>
            </a:r>
          </a:p>
          <a:p>
            <a:r>
              <a:t>Complete Runnable File (ex_tailwind css_s13_tailwind_css_3_4_respons):</a:t>
            </a:r>
          </a:p>
          <a:p>
            <a:r>
              <a:t>```tailwind css</a:t>
            </a:r>
          </a:p>
          <a:p>
            <a:r>
              <a:t># Complete runnable demonstration for Tailwind CSS 3.4 Responsive Design &amp; Grid Systems:</a:t>
            </a:r>
          </a:p>
          <a:p>
            <a:r>
              <a:t>print('Tailwind CSS 3.4 Responsive Design &amp; Grid Systems: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(ex_tailwind css_s15_quick_knowledge_check):</a:t>
            </a:r>
          </a:p>
          <a:p>
            <a:r>
              <a:t>```tailwind css</a:t>
            </a:r>
          </a:p>
          <a:p>
            <a:r>
              <a:t># Complete runnable demonstration for Quick Knowledge Check</a:t>
            </a:r>
          </a:p>
          <a:p>
            <a:r>
              <a:t>print('Quick Knowledge Check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Samruddhi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Lecture Agenda &amp;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Tailwind CSS 3.4 Responsive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Tailwind CSS 3.4 Re...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print('Tailwind CSS 3.4 Responsive Design &amp; Grid Systems:...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Tailwind CSS 3.4 Responsive Design &amp; Grid Systems:   [Unverified]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Hands-On Lab: Tailwind CSS 3.4 Responsive Design &amp;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3.4.17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// Tailwind CSS 34 Responsive Design  Grid Systems Execution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System.out.println("Result: Verified Output");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Hands-On Lab: Tailwind CSS 3.4 Responsive Design &amp;   [Unverified]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print('Quick Knowledge Check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Quick Knowledge Check   [Unverified]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Key Takeaways &amp;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Thank You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