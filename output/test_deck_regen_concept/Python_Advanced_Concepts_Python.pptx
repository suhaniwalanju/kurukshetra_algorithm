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</a:t>
            </a:r>
          </a:p>
          <a:p>
            <a:r>
              <a:t>Complete Runnable File (ex_python_s2_original_concept):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Original Concept</a:t>
            </a:r>
          </a:p>
          <a:p>
            <a:r>
              <a:t>    message = "Original Concept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Welcome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Prof. Tester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Original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Refined: Focus on Python generators and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Original Bullet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Original Concept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Original Concept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Closing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380999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Summary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