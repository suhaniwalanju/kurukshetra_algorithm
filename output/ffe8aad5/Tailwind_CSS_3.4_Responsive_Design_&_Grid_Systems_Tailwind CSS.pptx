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Tailwind CSS 3.4 Responsive Design &amp; Grid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23849"/>
          </a:xfrm>
          <a:prstGeom prst="roundRect">
            <a:avLst/>
          </a:prstGeom>
          <a:solidFill>
            <a:srgbClr val="002147"/>
          </a:solidFill>
          <a:ln w="19050">
            <a:solidFill>
              <a:srgbClr val="001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sam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160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Tailwind CSS 3.4.17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Tailwind CSS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Responsive Design Basics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Grid Systems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 CSS Grid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Introduction to Tailwind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Introduction to Tailwind CSS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Sass-based utility-first CSS framework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Includes responsive design and grid systems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Easy to integrate into existing projects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Introduction to Tailwind CSS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Responsive Design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Responsive Design Basics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Media queries for responsive design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Flexible grid for responsive layouts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Utility classes for quick styling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Responsive Design Basics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Grid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Grid Systems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Tailwind's grid system for responsive layouts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Easy to use and customize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Flexible and responsive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Grid Systems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Tailwind CSS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Tailwind CSS Grid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a grid with Tailwind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Using grid classes for responsive layouts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Tailwind's grid system is flexible and responsive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Tailwind CSS Grid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Creating a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Creating a Grid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374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```html &lt;div class="grid grid-cols-2"&gt; &lt;div class="bg-blue-500 p-4"&gt; &lt;h1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Exercise: Create a Responsive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Exercise: Create a Responsive Grid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responsive grid with 3 columns and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Tailwind's grid classes to style the grid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exercise_1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Exercise: Create a Responsive Grid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Summary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Understood Tailwind CSS's responsive design and grid systems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Learned how to use Tailwind's grid system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Created a simple responsive grid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Closing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Feel free to ask any questions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provided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