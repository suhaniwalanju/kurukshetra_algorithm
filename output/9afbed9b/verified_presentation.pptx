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MongoDB 7.0 Aggregation Pipelines &amp; Document Modeling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E2653"/>
                </a:solidFill>
                <a:latin typeface="Segoe UI"/>
              </a:defRPr>
            </a:pPr>
            <a:r>
              <a:t>Presented By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11350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Subject: MongoDB 7.0.16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Level: Advanced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Agenda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MongoDB 7.0.16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71699" y="1847849"/>
            <a:ext cx="7848599" cy="1397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Introduction to Aggregation Pipelines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Aggregation Pipeline Components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Common Aggregation Patterns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Performance Considerations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Document Modeling 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Introduction to Aggregation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Introduction to Aggregation Pipelines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MongoDB 7.0.16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Transform data in a stream of documents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Flexible and powerful data processing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Similar to SQL queries for data retrieval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MONGODB 7.0.16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Introduction to Aggregation Pipelines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// studio_sandbox connected
[
  {
    "_id": "ObjectId(\"8ccc70d5ef82b2d8da6af916\")",
    "title": "Introduction to Virtual Threads",
    "level": "Advanced",
    "tags": [
      "java",
      "concurrency"
    ],
    "createdAt": "ISODate(\"2026-10-17T00:17:15.123Z\")"
  }
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Example Aggregation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Example Aggregation Pipeline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MongoDB 7.0.16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84350"/>
            <a:ext cx="3505199" cy="21971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40399" y="1784350"/>
            <a:ext cx="4470399" cy="21971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MONGODB 7.0.16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{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"result": [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{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"_id": "$.age",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"count": 1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}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]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}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// studio_sandbox connected
[
  {
    "_id": "ObjectId(\"abac1212e4260578dcc9b8aa\")",
    "title": "Introduction to Virtual Threads",
    "level": "Advanced",
    "tags": [
      "java",
      "concurrency"
    ],
    "createdAt": "ISODate(\"2026-10-17T00:17:15.123Z\")"
  }
]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Aggregation Pipeline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Aggregation Pipeline Flow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MongoDB 7.0.16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84350"/>
            <a:ext cx="3505199" cy="2222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pic>
        <p:nvPicPr>
          <p:cNvPr id="7" name="Picture 6" descr="diag_slid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399" y="1784350"/>
            <a:ext cx="4470399" cy="2222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Aggregation Pipeline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Aggregation Pipeline Components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MongoDB 7.0.16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Match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Group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Sort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Project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Unwind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MONGODB 7.0.16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Aggregation Pipeline Components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// studio_sandbox connected
[
  {
    "_id": "ObjectId(\"06552069a27193553bb13077\")",
    "title": "Introduction to Virtual Threads",
    "level": "Advanced",
    "tags": [
      "java",
      "concurrency"
    ],
    "createdAt": "ISODate(\"2026-10-17T00:17:15.123Z\")"
  }
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Match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Match Stage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MongoDB 7.0.16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MONGODB 7.0.16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{ "$match": { "age": { "$gt": 20 } } }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// studio_sandbox connected
[
  {
    "_id": "ObjectId(\"0a0c774c84133db2b5e9b0f4\")",
    "title": "Introduction to Virtual Threads",
    "level": "Advanced",
    "tags": [
      "java",
      "concurrency"
    ],
    "createdAt": "ISODate(\"2026-10-17T00:17:15.123Z\")"
  }
]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Group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Group Stage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MongoDB 7.0.16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MONGODB 7.0.16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{ "$group": { "_id": "$gender", "count": { "$sum": 1 } } }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// studio_sandbox connected
[
  {
    "_id": "COMP-SCI",
    "totalStudents": 142,
    "avgScore": 88.5,
    "lastUpdated": "2026-10-17T00:17:15.123Z"
  }
]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Common Aggregation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Common Aggregation Patterns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MongoDB 7.0.16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Count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Sum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Avg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Min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Max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MONGODB 7.0.16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Common Aggregation Patterns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// studio_sandbox connected
[
  {
    "_id": "ObjectId(\"d9f4d5b20f623b9b3506a69b\")",
    "title": "Introduction to Virtual Threads",
    "level": "Advanced",
    "tags": [
      "java",
      "concurrency"
    ],
    "createdAt": "ISODate(\"2026-10-17T00:17:15.123Z\")"
  }
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Count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Count Documents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MongoDB 7.0.16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MONGODB 7.0.16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F0F4FA"/>
                </a:solidFill>
                <a:latin typeface="Consolas"/>
              </a:rPr>
              <a:t>{ "aggregate": { "pipeline": [ { "$count": "count" } ], "cursor": {} } }
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500">
                <a:solidFill>
                  <a:srgbClr val="E2E8F0"/>
                </a:solidFill>
                <a:latin typeface="Consolas"/>
              </a:rPr>
              <a:t>// studio_sandbox connected
[
  {
    "_id": "ObjectId(\"fab30bb478b2bd3c4b6b50f1\")",
    "title": "Introduction to Virtual Threads",
    "level": "Advanced",
    "tags": [
      "java",
      "concurrency"
    ],
    "createdAt": "ISODate(\"2026-10-17T00:17:15.123Z\")"
  }
]
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Performance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Performance Considerations   • 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MongoDB 7.0.16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Use stages efficiently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Avoid unnecessary stages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Optimize pipeline stages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MONGODB 7.0.16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Performance Considerations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// studio_sandbox connected
[
  {
    "_id": "ObjectId(\"82cd882166ed509982435e75\")",
    "title": "Introduction to Virtual Threads",
    "level": "Advanced",
    "tags": [
      "java",
      "concurrency"
    ],
    "createdAt": "ISODate(\"2026-10-17T00:17:15.123Z\")"
  }
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Document Modeling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Document Modeling Best Practices   •   Slide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MongoDB 7.0.16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84350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Use embedded documents for related data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Use reference documents for related data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Avoid deep nesting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MONGODB 7.0.16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Document Modeling Best Practices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// studio_sandbox connected
[
  {
    "_id": "ObjectId(\"56809d532d3de5a5cf846b12\")",
    "title": "Introduction to Virtual Threads",
    "level": "Advanced",
    "tags": [
      "java",
      "concurrency"
    ],
    "createdAt": "ISODate(\"2026-10-17T00:17:15.123Z\")"
  }
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Exercise: Building an Aggregation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Exercise: Building an Aggregation Pipeline   •   Slide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MongoDB 7.0.16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84350"/>
            <a:ext cx="3505199" cy="21971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40399" y="1784350"/>
            <a:ext cx="4470399" cy="21971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MONGODB 7.0.16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{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"result": [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{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"_id": "$",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"count": 1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}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]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}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// studio_sandbox connected
[
  {
    "_id": "ObjectId(\"88af57e09c40e2493d684251\")",
    "title": "Introduction to Virtual Threads",
    "level": "Advanced",
    "tags": [
      "java",
      "concurrency"
    ],
    "createdAt": "ISODate(\"2026-10-17T00:17:15.123Z\")"
  }
]
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Summary   •   Slide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MongoDB 7.0.16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71699" y="1847849"/>
            <a:ext cx="7848599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Aggregation Pipelines for data processing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Components and patterns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Performance considerations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Best practices for document modeling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684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VIT   •   Closing   •   Slide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✓ Verified ✔ Ran on MongoDB 7.0.16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71699" y="18478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Questions and Answers</a:t>
            </a:r>
          </a:p>
          <a:p>
            <a:pPr algn="l">
              <a:spcAft>
                <a:spcPts val="12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