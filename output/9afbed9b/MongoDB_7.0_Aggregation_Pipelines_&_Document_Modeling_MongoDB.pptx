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MongoDB 7.0 Aggregation Pipelines &amp; Document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Subject: MongoDB 7.0.16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Level: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397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Aggregation Pipelines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Aggregation Pipeline Components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Common Aggregation Patterns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Considerations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Document Modeling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Aggregation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Introduction to Aggregation Pipelines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Transform data in a stream of documents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Flexible and powerful data processing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Similar to SQL queries for data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Introduction to Aggregation Pipelines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Example Aggregation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Example Aggregation Pipeline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db.collection.aggregate([{$match: {age: {$gt: 20}}}, {$group: {_id: '$
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Aggregation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Aggregation Pipeline Flow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222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99" y="1784350"/>
            <a:ext cx="4470399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Aggregation Pipeline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Aggregation Pipeline Components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Match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Group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Sort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Project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Unwind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Aggregation Pipeline Components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Match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Match Stage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db.collection.aggregate([{$match: {age: {$gt: 20}}}]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Group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Group Stage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db.collection.aggregate([{$group: {_id: '$gender', count: {$sum: 1}}}]
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Common Aggregation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Common Aggregation Patterns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Count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Sum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Avg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Min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Common Aggregation Patterns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Count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Count Documents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db.collection.aggregate([{$count: 'count'}]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Performance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Performance Considerations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stages efficiently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Avoid unnecessary stages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Optimize pipeline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Performance Considerations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Document Modeling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Document Modeling Best Practices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embedded documents for related data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reference documents for related data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Avoid deep nesting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Document Modeling Best Practices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Building an Aggregation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Exercise: Building an Aggregation Pipeline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db.collection.aggregate([{$match: {age: {$gt: 20}}}, {$group: {_id: '$
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Summary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Aggregation Pipelines for data processing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Components and patterns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considerations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Best practices for document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Closing   •  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and Answers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