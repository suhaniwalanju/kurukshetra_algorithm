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Basics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Prof.Samruddhi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Java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Variables and Data Types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Operators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Control Structures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Introduction to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Introduction to Java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is a high-level programming language.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runs on a virtual machine (JVM).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Introduction to Java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Print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Print Hello World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HelloWorld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Variables and Data Types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Variables store data.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Data types include int, char, boolean.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Variables and Data Types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Declare and Initialize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Declare and Initialize Variables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num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nchar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ch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'A'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nboolean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isTrue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true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Operators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Arithmetic, assignment, comparison, logical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Operators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Arithmetic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Arithmetic Operators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-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Control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Control Structures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If, else, if-else, switch.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Control Structures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Simple If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Simple If Statement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18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18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You are an ad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Loops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For, while, do-while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Loops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For Loop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For Loop Example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for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&lt;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5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Functions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Define functions with return types.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void for no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Functions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Sum of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Sum of Numbers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SumNumbers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Java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Variables and Data Types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Operators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Control Structures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Loops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attending.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