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Slide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5199" y="5454650"/>
            <a:ext cx="7721599" cy="323849"/>
          </a:xfrm>
          <a:prstGeom prst="roundRect">
            <a:avLst/>
          </a:prstGeom>
          <a:solidFill>
            <a:srgbClr val="6E9AD6"/>
          </a:solidFill>
          <a:ln w="19050">
            <a:solidFill>
              <a:srgbClr val="425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Presented By Prof.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35199" y="1904999"/>
            <a:ext cx="7721599" cy="55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A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Slide 2   •  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78000"/>
            <a:ext cx="3994149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Refined: Include timing calculation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C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6649" y="1778000"/>
            <a:ext cx="3994149" cy="774700"/>
          </a:xfrm>
          <a:prstGeom prst="roundRect">
            <a:avLst/>
          </a:prstGeom>
          <a:solidFill>
            <a:srgbClr val="1E1E2E"/>
          </a:solidFill>
          <a:ln w="1905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300">
                <a:solidFill>
                  <a:srgbClr val="8C9BAF"/>
                </a:solidFill>
                <a:latin typeface="Consolas"/>
              </a:defRPr>
            </a:pPr>
            <a:r>
              <a:t>// Language: PLAINTEXT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# Updated: Include timing calculation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print('Original')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Slide 3   •  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1699" y="1841500"/>
            <a:ext cx="7848599" cy="6222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E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