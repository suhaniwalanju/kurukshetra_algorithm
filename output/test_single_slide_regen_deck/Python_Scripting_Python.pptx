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5199" y="5454650"/>
            <a:ext cx="7721599" cy="33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1E2653"/>
                </a:solidFill>
                <a:latin typeface="Segoe UI"/>
              </a:defRPr>
            </a:pPr>
            <a:r>
              <a:t>Presented By Prof.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35199" y="1911350"/>
            <a:ext cx="7721599" cy="5715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A</a:t>
            </a:r>
          </a:p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VIT   •   Slide 2   •   Slide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84350"/>
            <a:ext cx="3505199" cy="2159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Refined: Include timing calculation</a:t>
            </a:r>
          </a:p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C</a:t>
            </a:r>
          </a:p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40399" y="1784350"/>
            <a:ext cx="4470399" cy="2159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200">
                <a:solidFill>
                  <a:srgbClr val="60A5FA"/>
                </a:solidFill>
                <a:latin typeface="Consolas"/>
              </a:defRPr>
            </a:pPr>
            <a:r>
              <a:t>// Language: PLAINTEXT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# Updated: Include timing calculation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print('Original')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VIT   •   Slide 3   •   Slide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1699" y="1847849"/>
            <a:ext cx="7848599" cy="635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E</a:t>
            </a:r>
          </a:p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