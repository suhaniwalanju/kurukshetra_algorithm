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2653"/>
                </a:solidFill>
                <a:latin typeface="Segoe UI"/>
              </a:defRPr>
            </a:pPr>
            <a:r>
              <a:t>Presented By Prof.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11350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Slide 2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Refined: Include timing calculation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PLAINTEXT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# Updated: Include timing calculation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print('Original')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Slide 3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7849"/>
            <a:ext cx="7848599" cy="635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