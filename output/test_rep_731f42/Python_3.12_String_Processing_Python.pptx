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Python 3.12 String Processing with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Outline the roadmap of topics to be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Python 3.12 String Processing: Concept 1 with students.</a:t>
            </a:r>
          </a:p>
          <a:p/>
          <a:p>
            <a:r>
              <a:t>Trainer Notes:</a:t>
            </a:r>
          </a:p>
          <a:p>
            <a:r>
              <a:t>Complete Runnable File (ex_python_s3_advanced_string_manipula):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Advanced String Manipulation in Python 3.12</a:t>
            </a:r>
          </a:p>
          <a:p>
            <a:r>
              <a:t>    message = "Advanced String Manipulation in Python 3.12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Python 3.12 String Processing: Concept 2 with students.</a:t>
            </a:r>
          </a:p>
          <a:p/>
          <a:p>
            <a:r>
              <a:t>Trainer Notes:</a:t>
            </a:r>
          </a:p>
          <a:p>
            <a:r>
              <a:t>Complete Runnable File (ex_python_s4_advanced_string_manipula):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Advanced String Manipulation in Python 3.12</a:t>
            </a:r>
          </a:p>
          <a:p>
            <a:r>
              <a:t>    message = "Advanced String Manipulation in Python 3.12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Python 3.12 String Processing: Concept 3 with students.</a:t>
            </a:r>
          </a:p>
          <a:p/>
          <a:p>
            <a:r>
              <a:t>Trainer Notes:</a:t>
            </a:r>
          </a:p>
          <a:p>
            <a:r>
              <a:t>Complete Runnable File (ex_python_s5_string_processing_in_pyt):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String Processing in Python 3.12</a:t>
            </a:r>
          </a:p>
          <a:p>
            <a:r>
              <a:t>    message = "String Processing in Python 3.12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Python 3.12 String Processing: Concept 4 with students.</a:t>
            </a:r>
          </a:p>
          <a:p/>
          <a:p>
            <a:r>
              <a:t>Trainer Notes:</a:t>
            </a:r>
          </a:p>
          <a:p>
            <a:r>
              <a:t>Complete Runnable File (ex_python_s6_string_processing_in_pyt):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String Processing in Python 3.12</a:t>
            </a:r>
          </a:p>
          <a:p>
            <a:r>
              <a:t>    message = "String Processing in Python 3.12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Give students 5 minutes to write and run this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Quick Knowledge Check with students.</a:t>
            </a:r>
          </a:p>
          <a:p/>
          <a:p>
            <a:r>
              <a:t>Trainer Notes:</a:t>
            </a:r>
          </a:p>
          <a:p>
            <a:r>
              <a:t>Complete Runnable File (ex_python_s8_advanced_string_methods_):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Advanced String Methods in Python 3.12</a:t>
            </a:r>
          </a:p>
          <a:p>
            <a:r>
              <a:t>    message = "Advanced String Methods in Python 3.12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Recap the 3 most essential lessons from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Thank You &amp; Questions with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499" y="234949"/>
            <a:ext cx="120649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243B5A"/>
                </a:solidFill>
                <a:latin typeface="Arial"/>
              </a:defRPr>
            </a:pPr>
            <a:r>
              <a:t>Exploring New Features in Python 3.12: String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499" y="457200"/>
            <a:ext cx="120649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3E78C8"/>
                </a:solidFill>
                <a:latin typeface="Segoe UI"/>
              </a:defRPr>
            </a:pPr>
            <a:r>
              <a:t>Presented By Prof. Report Available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63499" y="6527800"/>
            <a:ext cx="1206499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99" y="234949"/>
            <a:ext cx="120649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243B5A"/>
                </a:solidFill>
                <a:latin typeface="Arial"/>
              </a:defRPr>
            </a:pPr>
            <a:r>
              <a:t>Lecture Agenda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999" y="914400"/>
            <a:ext cx="5168899" cy="1397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Core Syntax &amp; Architecture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Implementation &amp; Code Walkthrough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Hands-on Coding Exercise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Best Practices &amp; Pitfalls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Summary &amp; Next Steps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63499" y="6527800"/>
            <a:ext cx="12064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99" y="234949"/>
            <a:ext cx="120649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243B5A"/>
                </a:solidFill>
                <a:latin typeface="Arial"/>
              </a:defRPr>
            </a:pPr>
            <a:r>
              <a:t>Advanced String Manipulation in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63499" y="850899"/>
            <a:ext cx="2324099" cy="241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New string methods added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Improved Unicode handling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Performance enhancements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String interpolation with f-strings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2641599" y="850899"/>
            <a:ext cx="2971799" cy="2413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641599" y="850899"/>
            <a:ext cx="2971799" cy="2413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3E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Advanced String Manipulation in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Advanced String Manipulation in Python 3.12 Ex...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63499" y="6527800"/>
            <a:ext cx="12064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99" y="234949"/>
            <a:ext cx="120649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243B5A"/>
                </a:solidFill>
                <a:latin typeface="Arial"/>
              </a:defRPr>
            </a:pPr>
            <a:r>
              <a:t>Advanced String Manipulation in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63499" y="850899"/>
            <a:ext cx="2324099" cy="2667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Improved string formatting methods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New string methods for efficiency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Unicode normalization for text processing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String interpolation for cleaner code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2641599" y="850899"/>
            <a:ext cx="2971799" cy="2667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641599" y="850899"/>
            <a:ext cx="2971799" cy="2667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3E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Advanced String Manipulation in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Advanced String Manipulation in Python 3.12 Ex...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63499" y="6527800"/>
            <a:ext cx="12064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99" y="234949"/>
            <a:ext cx="120649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243B5A"/>
                </a:solidFill>
                <a:latin typeface="Arial"/>
              </a:defRPr>
            </a:pPr>
            <a:r>
              <a:t>String Processing in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63499" y="850899"/>
            <a:ext cx="2324099" cy="2667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Improved string formatting methods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New string methods for efficiency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Unicode normalization improvements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Enhanced string search capabilities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2641599" y="850899"/>
            <a:ext cx="2971799" cy="2667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641599" y="850899"/>
            <a:ext cx="2971799" cy="2667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3E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String Processing in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String Processing in Python 3.12 Executed in P...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63499" y="6527800"/>
            <a:ext cx="12064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99" y="234949"/>
            <a:ext cx="120649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243B5A"/>
                </a:solidFill>
                <a:latin typeface="Arial"/>
              </a:defRPr>
            </a:pPr>
            <a:r>
              <a:t>String Processing in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63499" y="850899"/>
            <a:ext cx="2324099" cy="2667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New string methods added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Improved string formatting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Unicode normalization improvements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Performance enhancements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2641599" y="850899"/>
            <a:ext cx="2971799" cy="2667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641599" y="850899"/>
            <a:ext cx="2971799" cy="2667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3E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String Processing in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String Processing in Python 3.12 Executed in P...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63499" y="6527800"/>
            <a:ext cx="12064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99" y="234949"/>
            <a:ext cx="120649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243B5A"/>
                </a:solidFill>
                <a:latin typeface="Arial"/>
              </a:defRPr>
            </a:pPr>
            <a:r>
              <a:t>Hands-On Lab: Python 3.12 String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63499" y="850899"/>
            <a:ext cx="2324099" cy="241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Implement the target logic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Pass all edge case assertions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Observe expected console output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Refactor for optimal performance</a:t>
            </a:r>
          </a:p>
          <a:p>
            <a:pPr>
              <a:defRPr sz="2800" i="1">
                <a:solidFill>
                  <a:srgbClr val="3E78C8"/>
                </a:solidFill>
                <a:latin typeface="Segoe UI"/>
              </a:defRPr>
            </a:pPr>
            <a:r>
              <a:t>Exercise Reference: LAB-01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2641599" y="850899"/>
            <a:ext cx="2971799" cy="2413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641599" y="850899"/>
            <a:ext cx="2971799" cy="2413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3E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Python 312 String Processing Example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compute_result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Result: Verified Output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compute_result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63499" y="6527800"/>
            <a:ext cx="12064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99" y="234949"/>
            <a:ext cx="120649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243B5A"/>
                </a:solidFill>
                <a:latin typeface="Arial"/>
              </a:defRPr>
            </a:pPr>
            <a:r>
              <a:t>Advanced String Methods in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63499" y="850899"/>
            <a:ext cx="2324099" cy="2667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Improved string formatting methods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New string methods for efficiency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Unicode normalization for text processing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Enhanced string immutability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2641599" y="850899"/>
            <a:ext cx="2971799" cy="2667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641599" y="850899"/>
            <a:ext cx="2971799" cy="2667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3E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Advanced String Methods in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Advanced String Methods in Python 3.12 Execute...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63499" y="6527800"/>
            <a:ext cx="12064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99" y="234949"/>
            <a:ext cx="120649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243B5A"/>
                </a:solidFill>
                <a:latin typeface="Arial"/>
              </a:defRPr>
            </a:pPr>
            <a:r>
              <a:t>Key Takeaways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999" y="914400"/>
            <a:ext cx="51688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Mastered core principles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Wrote verified executable code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Understood design trade-offs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Ready for advanced topics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63499" y="6527800"/>
            <a:ext cx="12064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99" y="234949"/>
            <a:ext cx="120649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243B5A"/>
                </a:solidFill>
                <a:latin typeface="Arial"/>
              </a:defRPr>
            </a:pPr>
            <a:r>
              <a:t>Wrapping Up: Python 3.12 String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63499" y="850899"/>
            <a:ext cx="2324099" cy="342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Explore new string methods in Python 3.12.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Learn about string interpolation and f-strings.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Understand the impact of the new string formatting.</a:t>
            </a:r>
          </a:p>
          <a:p>
            <a:pPr algn="l">
              <a:spcAft>
                <a:spcPts val="1000"/>
              </a:spcAft>
              <a:defRPr sz="3000">
                <a:solidFill>
                  <a:srgbClr val="1A1A1A"/>
                </a:solidFill>
                <a:latin typeface="Segoe UI"/>
              </a:defRPr>
            </a:pPr>
            <a:r>
              <a:t>•  Practice with examples to enhance your skills.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2641599" y="850899"/>
            <a:ext cx="2971799" cy="342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641599" y="850899"/>
            <a:ext cx="2971799" cy="342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3E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is amazing!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f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{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98C379"/>
                </a:solidFill>
                <a:latin typeface="Consolas"/>
              </a:rPr>
              <a:t>}</a:t>
            </a:r>
            <a:r>
              <a:rPr sz="1400">
                <a:solidFill>
                  <a:srgbClr val="98C379"/>
                </a:solidFill>
                <a:latin typeface="Consolas"/>
              </a:rPr>
              <a:t> and it is </a:t>
            </a:r>
            <a:r>
              <a:rPr sz="1400">
                <a:solidFill>
                  <a:srgbClr val="98C379"/>
                </a:solidFill>
                <a:latin typeface="Consolas"/>
              </a:rPr>
              <a:t>{</a:t>
            </a:r>
            <a:r>
              <a:rPr sz="1400">
                <a:solidFill>
                  <a:srgbClr val="E5C07B"/>
                </a:solidFill>
                <a:latin typeface="Consolas"/>
              </a:rPr>
              <a:t>len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98C379"/>
                </a:solidFill>
                <a:latin typeface="Consolas"/>
              </a:rPr>
              <a:t>}</a:t>
            </a:r>
            <a:r>
              <a:rPr sz="1400">
                <a:solidFill>
                  <a:srgbClr val="98C379"/>
                </a:solidFill>
                <a:latin typeface="Consolas"/>
              </a:rPr>
              <a:t> characters long.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63499" y="6527800"/>
            <a:ext cx="12064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