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Prof.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Implementation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Introduction to 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Introduction to Virtual Threads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not real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managed by the JVM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Introduction to Virtual Threads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Example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VirtualThreadExample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Java 21 Virtual Threads &amp; Structured Concurrency: Part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49" y="1778000"/>
            <a:ext cx="3994149" cy="4038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Overview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is a new concurrency model in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uses Promises and Futures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is safer and easier to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Structured Concurrency Overview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Example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StructuredConcurrencyExample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Exercise: Implementing 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Exercise: Implementing Virtual Threads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Exercise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VirtualThreadExercise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 managed by the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uses Promises and Futures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and Structured Concurrency are safer 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Closing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Q&amp;A session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