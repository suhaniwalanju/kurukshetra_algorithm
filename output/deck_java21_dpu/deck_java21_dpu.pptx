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Java 21 Architecture &amp; Virtual Threads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Dr. Samriddhi Khade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Virtual Thread Per Task Executor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Million thread capability without memory exhaustion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Automated mounting on underlying carrier pool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Transparent non-blocking I/O multiplexing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JAVA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try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pool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Executors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newVirtualThreadPerTaskExecutor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F0F4FA"/>
                </a:solidFill>
                <a:latin typeface="Consolas"/>
              </a:rPr>
              <a:t>IntStream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range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10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forEach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F0F4FA"/>
                </a:solidFill>
                <a:latin typeface="Consolas"/>
              </a:rPr>
              <a:t>pool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submit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-</a:t>
            </a:r>
            <a:r>
              <a:rPr sz="1400">
                <a:solidFill>
                  <a:srgbClr val="56B6C2"/>
                </a:solidFill>
                <a:latin typeface="Consolas"/>
              </a:rPr>
              <a:t>&gt;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F0F4FA"/>
                </a:solidFill>
                <a:latin typeface="Consolas"/>
              </a:rPr>
              <a:t>Thread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Duration</a:t>
            </a:r>
            <a:r>
              <a:rPr sz="1400">
                <a:solidFill>
                  <a:srgbClr val="ABB2BF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ofMillis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50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Carrier Thread Scheduling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2225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yield during blocking syscalls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ForkJoinPool manages carrier workers efficiently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Deterministic stack unmounting in heap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2225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pic>
        <p:nvPicPr>
          <p:cNvPr id="7" name="Picture 6" descr="diag_slid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549" y="1695449"/>
            <a:ext cx="5149849" cy="2222500"/>
          </a:xfrm>
          <a:prstGeom prst="rect">
            <a:avLst/>
          </a:prstGeom>
        </p:spPr>
      </p:pic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Production Virtual Thread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Never pool virtual threads; spawn per task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Avoid pinning with synchronized keyword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Migrate to ReentrantLock for critical sections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Inspect heap footprint with JFR telemetry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exercise_1_virtual_threads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