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(ex_python_s3_introduction_to_asyncio):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</a:t>
            </a:r>
          </a:p>
          <a:p>
            <a:r>
              <a:t>    message = "Introduction to AsyncIO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(ex_python_s5_understanding_coroutines):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Understanding Coroutines</a:t>
            </a:r>
          </a:p>
          <a:p>
            <a:r>
              <a:t>    message = "Understanding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Notes:</a:t>
            </a:r>
          </a:p>
          <a:p>
            <a:r>
              <a:t>Complete Runnable File (ex_python_s7_writing_simple_async_cod):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Writing Simple Async Code</a:t>
            </a:r>
          </a:p>
          <a:p>
            <a:r>
              <a:t>    message = "Writing Simple Async Code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Writing Simple Async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Reading a 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Reading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read_file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file_path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with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open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file_path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as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file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line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file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line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read_file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example.txt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Reading a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lightweight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Simple coroutine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Understanding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Understanding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Understanding Coroutines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Simple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range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f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 - </a:t>
            </a:r>
            <a:r>
              <a:rPr sz="1400">
                <a:solidFill>
                  <a:srgbClr val="98C379"/>
                </a:solidFill>
                <a:latin typeface="Consolas"/>
              </a:rPr>
              <a:t>{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98C379"/>
                </a:solidFill>
                <a:latin typeface="Consolas"/>
              </a:rPr>
              <a:t>}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3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Simple Coroutine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Writing Simple Async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Combining coroutines with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function with coroutine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Writing Simple Async Code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Writing Simple Async Code Executed in Python 3...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Writing Simple Async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Async Function with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async_function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range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async_function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3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Async Function with Coroutine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Async Function with Coroutine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exercise_function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range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simple_coroutine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exercise_function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3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7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Exercise: Async Function with Coroutine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Writing simple async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Q&amp;A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