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Node.js + Express 20.18.0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Express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Express Overview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is a web application framework for Node.js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Handles HTTP requests and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Express Overview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1049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app.get('/', (req, res) =&gt; res.send('Hello World!'));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app.listen(3000, () =&gt; console.log('Server running on port 3000'))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Creating a GET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Creating a GET Route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`app.get()` to define routes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callback function for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Creating a GET Route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1049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app.get('/api/users', (req, res) =&gt; res.json({users: ['user1', 'user2'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app.listen(3000, () =&gt; console.log('Server running on port 3000'))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Middleware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Middleware Function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Used to modify request or response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Can be used for logging, validation,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Middleware Function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7652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app.use((req, res, next)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console.log('Middleware executed');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next();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app.get('/', (req, res) =&gt; res.send('Hello World!'));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app.listen(3000, () =&gt; console.log('Server running on port 3000'))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Create a GET Route with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Create a GET Route with Middleware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Create a GET Route with Middleware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Routing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Routing Middleware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Handles multiple routes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Used for common tasks like logging,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Routing Middleware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