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Brief overview of what C++20 brings.</a:t>
            </a:r>
          </a:p>
          <a:p/>
          <a:p>
            <a:r>
              <a:t>Trainer Notes:</a:t>
            </a:r>
          </a:p>
          <a:p>
            <a:r>
              <a:t>Complete Runnable File (ex_c++_s3_introduction_to_c_20):</a:t>
            </a:r>
          </a:p>
          <a:p>
            <a:r>
              <a:t>```c++</a:t>
            </a:r>
          </a:p>
          <a:p>
            <a:r>
              <a:t>#include &lt;iostream&gt;</a:t>
            </a:r>
          </a:p>
          <a:p>
            <a:r>
              <a:t>#include &lt;string&gt;</a:t>
            </a:r>
          </a:p>
          <a:p>
            <a:r>
              <a:t>#include &lt;concepts&gt;</a:t>
            </a:r>
          </a:p>
          <a:p/>
          <a:p>
            <a:r>
              <a:t>template &lt;typename T&gt;</a:t>
            </a:r>
          </a:p>
          <a:p>
            <a:r>
              <a:t>concept ConceptDemo = requires(T a) { std::cout &lt;&lt; a; };</a:t>
            </a:r>
          </a:p>
          <a:p/>
          <a:p>
            <a:r>
              <a:t>void runDemo(ConceptDemo auto message) {</a:t>
            </a:r>
          </a:p>
          <a:p>
            <a:r>
              <a:t>    std::cout &lt;&lt; message &lt;&lt; "\n";</a:t>
            </a:r>
          </a:p>
          <a:p>
            <a:r>
              <a:t>}</a:t>
            </a:r>
          </a:p>
          <a:p/>
          <a:p>
            <a:r>
              <a:t>int main() {</a:t>
            </a:r>
          </a:p>
          <a:p>
            <a:r>
              <a:t>    runDemo(std::string("Introduction to C++20 Verified in C++20"));</a:t>
            </a:r>
          </a:p>
          <a:p>
            <a:r>
              <a:t>    return 0;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`auto` and `using` work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Understanding the basics of ranges.</a:t>
            </a:r>
          </a:p>
          <a:p/>
          <a:p>
            <a:r>
              <a:t>Trainer Notes:</a:t>
            </a:r>
          </a:p>
          <a:p>
            <a:r>
              <a:t>Complete Runnable File (ex_c++_s5_ranges):</a:t>
            </a:r>
          </a:p>
          <a:p>
            <a:r>
              <a:t>```c++</a:t>
            </a:r>
          </a:p>
          <a:p>
            <a:r>
              <a:t>#include &lt;iostream&gt;</a:t>
            </a:r>
          </a:p>
          <a:p>
            <a:r>
              <a:t>#include &lt;string&gt;</a:t>
            </a:r>
          </a:p>
          <a:p>
            <a:r>
              <a:t>#include &lt;concepts&gt;</a:t>
            </a:r>
          </a:p>
          <a:p/>
          <a:p>
            <a:r>
              <a:t>template &lt;typename T&gt;</a:t>
            </a:r>
          </a:p>
          <a:p>
            <a:r>
              <a:t>concept ConceptDemo = requires(T a) { std::cout &lt;&lt; a; };</a:t>
            </a:r>
          </a:p>
          <a:p/>
          <a:p>
            <a:r>
              <a:t>void runDemo(ConceptDemo auto message) {</a:t>
            </a:r>
          </a:p>
          <a:p>
            <a:r>
              <a:t>    std::cout &lt;&lt; message &lt;&lt; "\n";</a:t>
            </a:r>
          </a:p>
          <a:p>
            <a:r>
              <a:t>}</a:t>
            </a:r>
          </a:p>
          <a:p/>
          <a:p>
            <a:r>
              <a:t>int main() {</a:t>
            </a:r>
          </a:p>
          <a:p>
            <a:r>
              <a:t>    runDemo(std::string("Ranges Verified in C++20"));</a:t>
            </a:r>
          </a:p>
          <a:p>
            <a:r>
              <a:t>    return 0;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to use ranges for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Understanding how to move resources efficiently.</a:t>
            </a:r>
          </a:p>
          <a:p/>
          <a:p>
            <a:r>
              <a:t>Trainer Notes:</a:t>
            </a:r>
          </a:p>
          <a:p>
            <a:r>
              <a:t>Complete Runnable File (ex_c++_s7_move_semantics):</a:t>
            </a:r>
          </a:p>
          <a:p>
            <a:r>
              <a:t>```c++</a:t>
            </a:r>
          </a:p>
          <a:p>
            <a:r>
              <a:t>#include &lt;iostream&gt;</a:t>
            </a:r>
          </a:p>
          <a:p>
            <a:r>
              <a:t>#include &lt;string&gt;</a:t>
            </a:r>
          </a:p>
          <a:p>
            <a:r>
              <a:t>#include &lt;concepts&gt;</a:t>
            </a:r>
          </a:p>
          <a:p/>
          <a:p>
            <a:r>
              <a:t>template &lt;typename T&gt;</a:t>
            </a:r>
          </a:p>
          <a:p>
            <a:r>
              <a:t>concept ConceptDemo = requires(T a) { std::cout &lt;&lt; a; };</a:t>
            </a:r>
          </a:p>
          <a:p/>
          <a:p>
            <a:r>
              <a:t>void runDemo(ConceptDemo auto message) {</a:t>
            </a:r>
          </a:p>
          <a:p>
            <a:r>
              <a:t>    std::cout &lt;&lt; message &lt;&lt; "\n";</a:t>
            </a:r>
          </a:p>
          <a:p>
            <a:r>
              <a:t>}</a:t>
            </a:r>
          </a:p>
          <a:p/>
          <a:p>
            <a:r>
              <a:t>int main() {</a:t>
            </a:r>
          </a:p>
          <a:p>
            <a:r>
              <a:t>    runDemo(std::string("Move Semantics Verified in C++20"));</a:t>
            </a:r>
          </a:p>
          <a:p>
            <a:r>
              <a:t>    return 0;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move semantics work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Implement the move constructor and use `std::move` in a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Modern C++20 Concepts, Ranges &amp; Move Semantics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Modern C++20 Concepts, Ranges &amp; Move Semantics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C++20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Ranges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Move Semantics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C++20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New Standard Library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Modern Features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C++ 20 (g++ 13.2)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runDemo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C++20 Verified in C+...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C++20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Example: C++20 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`auto` for auto-deduced types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`using` for aliasing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C++ 20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auto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5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788291"/>
                </a:solidFill>
                <a:latin typeface="Consolas"/>
              </a:rPr>
              <a:t>// Line 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using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namespace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788291"/>
                </a:solidFill>
                <a:latin typeface="Consolas"/>
              </a:rPr>
              <a:t>// Line 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using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788291"/>
                </a:solidFill>
                <a:latin typeface="Consolas"/>
              </a:rPr>
              <a:t>// Line 3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Example: C++20 New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Range-Based For Loops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Range-Based Iterators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C++ 20 (g++ 13.2)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runDemo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Ranges Verified in C++20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Ranges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Example: Using 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Iterating over a vector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`for` with ranges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C++ 20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auto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elem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vec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cout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elem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endl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Example: Using Ranges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Move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Move Constructors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Move Assignment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C++ 20 (g++ 13.2)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runDemo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Move Semantics Verified in C++20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Move Semantics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Example: Move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882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Creating a move constructor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`std::move`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882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882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C++ 20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MyClass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0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operator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if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this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!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Example: Move Semantics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Implementing Move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882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 a move constructor for a custom class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`std::move` in a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882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882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C++ 20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MyClass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0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operator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MyClass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if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this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!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&amp;</a:t>
            </a:r>
            <a:r>
              <a:rPr sz="1400">
                <a:solidFill>
                  <a:srgbClr val="F0F4FA"/>
                </a:solidFill>
                <a:latin typeface="Consolas"/>
              </a:rPr>
              <a:t>other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Exercise: Implementing Move Semantics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C++20 brings new features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Ranges and move semantics are key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Practice implementing move semantics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