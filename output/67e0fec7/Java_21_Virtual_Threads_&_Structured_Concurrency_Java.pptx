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state session learning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Outline the roadmap of topics to be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Java 21 Virtual Threads &amp; Structured Concurrency: Concept 1.</a:t>
            </a:r>
          </a:p>
          <a:p/>
          <a:p>
            <a:r>
              <a:t>Trainer Notes:</a:t>
            </a:r>
          </a:p>
          <a:p>
            <a:r>
              <a:t>Complete Runnable File (ex_java_s3_java_21_virtual_threads_):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Java 21 Virtual Threads &amp; Structured Concurrency: Concept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"Java 21 Virtual Threads &amp; Structured Concurrency: Concept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Java 21 Virtual Threads &amp; Structured Concurrency: Concept 2.</a:t>
            </a:r>
          </a:p>
          <a:p/>
          <a:p>
            <a:r>
              <a:t>Trainer Notes:</a:t>
            </a:r>
          </a:p>
          <a:p>
            <a:r>
              <a:t>Complete Runnable File (ex_java_s4_java_21_virtual_threads_):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Java 21 Virtual Threads &amp; Structured Concurrency: Concept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"Java 21 Virtual Threads &amp; Structured Concurrency: Concept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Java 21 Virtual Threads &amp; Structured Concurrency: Concept 3.</a:t>
            </a:r>
          </a:p>
          <a:p/>
          <a:p>
            <a:r>
              <a:t>Trainer Notes:</a:t>
            </a:r>
          </a:p>
          <a:p>
            <a:r>
              <a:t>Complete Runnable File (ex_java_s5_java_21_virtual_threads_):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Java 21 Virtual Threads &amp; Structured Concurrency: Concept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"Java 21 Virtual Threads &amp; Structured Concurrency: Concept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Java 21 Virtual Threads &amp; Structured Concurrency: Concept 4.</a:t>
            </a:r>
          </a:p>
          <a:p/>
          <a:p>
            <a:r>
              <a:t>Trainer Notes:</a:t>
            </a:r>
          </a:p>
          <a:p>
            <a:r>
              <a:t>Complete Runnable File (ex_java_s6_java_21_virtual_threads_):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Java 21 Virtual Threads &amp; Structured Concurrency: Concept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"Java 21 Virtual Threads &amp; Structured Concurrency: Concept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Java 21 Virtual Threads &amp; Structured Concurrency: Concept 5.</a:t>
            </a:r>
          </a:p>
          <a:p/>
          <a:p>
            <a:r>
              <a:t>Trainer Notes:</a:t>
            </a:r>
          </a:p>
          <a:p>
            <a:r>
              <a:t>Complete Runnable File (ex_java_s7_java_21_virtual_threads_):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Java 21 Virtual Threads &amp; Structured Concurrency: Concept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"Java 21 Virtual Threads &amp; Structured Concurrency: Concept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Give students 5 minutes to write and run this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Quick Knowledge Check.</a:t>
            </a:r>
          </a:p>
          <a:p/>
          <a:p>
            <a:r>
              <a:t>Trainer Notes:</a:t>
            </a:r>
          </a:p>
          <a:p>
            <a:r>
              <a:t>Complete Runnable File (ex_java_s9_quick_knowledge_check):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Quick Knowledge Check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"Quick Knowledge Check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Recap the 3 most essential lessons from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Open the floor for questions and hand out lab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Java 21 Virtual Threads &amp; Structured Concurrency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35199" y="5454650"/>
            <a:ext cx="77215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2563EB"/>
                </a:solidFill>
                <a:latin typeface="Segoe UI"/>
              </a:defRPr>
            </a:pPr>
            <a:r>
              <a:t>Presented By sam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VIT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Java 21 Virtual Threads &amp; Structured Concurrency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Lecture Agenda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1397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Core Syntax &amp; Architecture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Implementation &amp; Code Walkthrough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Hands-on Coding Exercise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Best Practices &amp; Pitfalls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Summary &amp; Next Steps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Lecture Agenda &amp; Objectives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Java 21 Virtual Threads &amp; Structured Concurrency: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5019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Java 21 Virtual Threads &amp;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5019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5019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Java 21 Virtual Threads &amp; Structured 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Java 21 Vir...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Java 21 Virtual Threads &amp; Structured Concurrency: Concept   [Unverified]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Java 21 Virtual Threads &amp; Structured Concurrency: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5019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Java 21 Virtual Threads &amp;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5019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5019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Java 21 Virtual Threads &amp; Structured 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Java 21 Vir...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Java 21 Virtual Threads &amp; Structured Concurrency: Concept   [Unverified]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Java 21 Virtual Threads &amp; Structured Concurrency: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5019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Java 21 Virtual Threads &amp;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5019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5019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Java 21 Virtual Threads &amp; Structured 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Java 21 Vir...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Java 21 Virtual Threads &amp; Structured Concurrency: Concept   [Unverified]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Java 21 Virtual Threads &amp; Structured Concurrency: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5019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Java 21 Virtual Threads &amp;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5019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5019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Java 21 Virtual Threads &amp; Structured 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Java 21 Vir...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Java 21 Virtual Threads &amp; Structured Concurrency: Concept   [Unverified]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Java 21 Virtual Threads &amp; Structured Concurrency: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5019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Java 21 Virtual Threads &amp;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5019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5019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Java 21 Virtual Threads &amp; Structured 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Java 21 Vir...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Java 21 Virtual Threads &amp; Structured Concurrency: Concept   [Unverified]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Hands-On Lab: Java 21 Virtual Threads &amp; Structured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Implement the target logic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Pass all edge case assertions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Observe expected console output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Refactor for optimal performance</a:t>
            </a:r>
          </a:p>
          <a:p>
            <a:pPr>
              <a:defRPr sz="2800" i="1">
                <a:solidFill>
                  <a:srgbClr val="2563EB"/>
                </a:solidFill>
                <a:latin typeface="Segoe UI"/>
              </a:defRPr>
            </a:pPr>
            <a:r>
              <a:t>Exercise Reference: LAB-01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// Exercise: Java 21 Virtual Threads  Structured Concurrency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ExerciseSolution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res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Result: Solution Verified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res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Hands-On Lab: Java 21 Virtual Threads &amp; Structured   [Unverified]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Quick Knowledge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5019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Quick Knowledge Check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5019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5019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Quick Knowledge Check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Quick Knowl...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Quick Knowledge Check   [Unverified]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Key Takeaways &amp;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Mastered core principles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Wrote verified executable code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Understood design trade-offs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Ready for advanced topics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Key Takeaways &amp; Summary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Thank You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Interactive Q&amp;A Session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Hands-on Code Review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Repository Links Shared Online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Next Lab Preview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Thank You &amp;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