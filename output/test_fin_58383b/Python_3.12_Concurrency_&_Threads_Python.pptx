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state session learning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Lecture Agenda &amp; Objectives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Concurrency &amp; Threads: Concept 1.</a:t>
            </a:r>
          </a:p>
          <a:p/>
          <a:p>
            <a:r>
              <a:t>Trainer Notes:</a:t>
            </a:r>
          </a:p>
          <a:p>
            <a:r>
              <a:t>Complete Runnable File (ex_python_s3_python_3_12_concurrency_):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Threads: Concept 1</a:t>
            </a:r>
          </a:p>
          <a:p>
            <a:r>
              <a:t>    message = "Python 3.12 Concurrency &amp; Threads: Concept 1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Concurrency &amp; Threads: Concept 2 with students.</a:t>
            </a:r>
          </a:p>
          <a:p/>
          <a:p>
            <a:r>
              <a:t>Trainer Notes:</a:t>
            </a:r>
          </a:p>
          <a:p>
            <a:r>
              <a:t>Complete Runnable File (ex_python_s4_python_3_12_concurrency_):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</a:t>
            </a:r>
          </a:p>
          <a:p>
            <a:r>
              <a:t>    message = "Python 3.12 Concurrency &amp; Threads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Concurrency &amp; Threads: Concept 3 with students.</a:t>
            </a:r>
          </a:p>
          <a:p/>
          <a:p>
            <a:r>
              <a:t>Trainer Notes:</a:t>
            </a:r>
          </a:p>
          <a:p>
            <a:r>
              <a:t>Complete Runnable File (ex_python_s5_python_3_12_concurrency_):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</a:t>
            </a:r>
          </a:p>
          <a:p>
            <a:r>
              <a:t>    message = "Python 3.12 Concurrency &amp; Threads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Concurrency &amp; Threads: Concept 4.</a:t>
            </a:r>
          </a:p>
          <a:p/>
          <a:p>
            <a:r>
              <a:t>Trainer Notes:</a:t>
            </a:r>
          </a:p>
          <a:p>
            <a:r>
              <a:t>Complete Runnable File (ex_python_s6_python_3_12_concurrency_):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Threads: Concept 4</a:t>
            </a:r>
          </a:p>
          <a:p>
            <a:r>
              <a:t>    message = "Python 3.12 Concurrency &amp; Threads: Concept 4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Give students 5 minutes to write and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Quick Knowledge Check.</a:t>
            </a:r>
          </a:p>
          <a:p/>
          <a:p>
            <a:r>
              <a:t>Trainer Notes:</a:t>
            </a:r>
          </a:p>
          <a:p>
            <a:r>
              <a:t>Complete Runnable File (ex_python_s8_quick_knowledge_check):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Quick Knowledge Check</a:t>
            </a:r>
          </a:p>
          <a:p>
            <a:r>
              <a:t>    message = "Quick Knowledge Check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Key Takeaways &amp; Summary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Open the floor for questions and hand out lab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Concurrency &amp; Threads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Prof. Inline Verifier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Concurrency and Threads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asyncio for async IO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concurrency primitives in Python 3.12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GIL in Python 3.12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Creating and managing threads in Python 3.12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example_coroutine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Coroutine executed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Concurrency &amp; Threads: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Python 3.12 Concurrency &amp; Threads: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Threads: Concept 1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Threads: Concept 1 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Concurrency &amp;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GIL removed in CPython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concurrency primitives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asyncio for async programming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coroutine handling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 Executed in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Concurrency &amp;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GIL removed in Python 3.9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concurrency features: asyncio, concurrent.futures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support for async/await syntax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features: async def, async for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 Executed in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Concurrency &amp; Threads: Concept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Python 3.12 Concurrency &amp; Threads: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Threads: Concept 4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Threads: Concept 4 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Hands-On Lab: Python 3.12 Concurrency &amp;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LAB-01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Python 312 Concurrency  Threads Example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Result: Verified Output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Quick Knowledge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Quick Knowledge Check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Quick Knowledge Check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Quick Knowledge Check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Concurrency and Threads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`asyncio` features for concurrency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`concurrent.futures` for better thread management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`threading` module with new APIs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Support for `asyncio` with `asyncio.run()`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example_task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2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Task completed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example_task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Thank You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Interactive Q&amp;A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Hands-on Code Review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Repository Links Shared Online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Next Lab Preview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