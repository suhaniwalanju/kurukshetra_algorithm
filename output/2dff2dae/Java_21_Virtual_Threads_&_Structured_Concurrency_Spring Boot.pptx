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Java 21 Virtual Threads &amp; Structured Concurrency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35199" y="5454650"/>
            <a:ext cx="7721599" cy="336550"/>
          </a:xfrm>
          <a:prstGeom prst="roundRect">
            <a:avLst/>
          </a:prstGeom>
          <a:solidFill>
            <a:srgbClr val="6E9AD6"/>
          </a:solidFill>
          <a:ln w="19050">
            <a:solidFill>
              <a:srgbClr val="425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Presented By Prof. Samruddhi Khade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35199" y="1904999"/>
            <a:ext cx="7721599" cy="8064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Presented By Prof. Samruddhi Khade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Subject: Spring Boot 3.x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Level: Beginner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Agenda   •   Presented By Prof. Samruddhi Khade   •   Slide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841500"/>
            <a:ext cx="7848599" cy="111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Introduction to Virtual Threads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Understanding Virtual Threads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Structured Concurrency Overview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Hands-On Exercise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Introduction to Virtual Threads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Introduction to Virtual Threads   •   Presented By Prof. Samruddhi Khade   •   Slide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Virtual Threads are lightweight threads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Can be used for CPU-bound tasks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Not affected by thread pool limits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939799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SPRING BOOT 3.x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// Example: Introduction to Virtual Threads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var result = computeState();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System.out.println(result);
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Virtual Thread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Virtual Thread Example   •   Presented By Prof. Samruddhi Khade   •   Slide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158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6096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SPRING BOOT 3.x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class VirtualThreadExample { public static void main(String[] args) {
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Java 21 Virtual Threads &amp; Structured Concurrency: 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Java 21 Virtual Threads &amp; Structured Concurrency: Part   •   Presented By Prof. Samruddhi Khade   •   Slide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158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pic>
        <p:nvPicPr>
          <p:cNvPr id="6" name="Picture 5" descr="diag_slide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6649" y="1778000"/>
            <a:ext cx="3994149" cy="40385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Understanding Virtual Threads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Understanding Virtual Threads   •   Presented By Prof. Samruddhi Khade   •   Slide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Virtual Threads are created by the JVM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Can be used for CPU-bound tasks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Not affected by thread pool limits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939799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SPRING BOOT 3.x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// Example: Understanding Virtual Threads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var result = computeState();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System.out.println(result);
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Virtual Thread Creation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Virtual Thread Creation   •   Presented By Prof. Samruddhi Khade   •   Slide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158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6096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SPRING BOOT 3.x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Thread t = Thread.currentThread(); VirtualThread vt = new VirtualThrea
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Create a Virtual Thread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Create a Virtual Thread   •   Presented By Prof. Samruddhi Khade   •   Slide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158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6096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SPRING BOOT 3.x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class VirtualThreadExercise { public static void main(String[] args) {
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Structured Concurrency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Structured Concurrency Overview   •   Presented By Prof. Samruddhi Khade   •   Slide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Structured Concurrency is a new concurrency model in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Uses @Suspendable annotation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Simplifies asynchronous programming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939799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SPRING BOOT 3.x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// Example: Structured Concurrency Overview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var result = computeState();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System.out.println(result);
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Structured Concurrency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Structured Concurrency Example   •   Presented By Prof. Samruddhi Khade   •   Slide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158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6096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SPRING BOOT 3.x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class StructuredConcurrencyExample { public static void main(String[]
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Java 21 Virtual Threads &amp; Structured Concurrency: 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Java 21 Virtual Threads &amp; Structured Concurrency: Part   •   Presented By Prof. Samruddhi Khade   •   Slide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158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pic>
        <p:nvPicPr>
          <p:cNvPr id="6" name="Picture 5" descr="diag_slide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6649" y="1778000"/>
            <a:ext cx="3994149" cy="40385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Implement Structured Concurrency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Implement Structured Concurrency   •   Presented By Prof. Samruddhi Khade   •   Slide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158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6096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SPRING BOOT 3.x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class StructuredConcurrencyExercise { public static void main(String[]
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Java 21 Virtual Threads &amp; Structured Concurrency: 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Java 21 Virtual Threads &amp; Structured Concurrency: Part   •   Presented By Prof. Samruddhi Khade   •   Slide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841500"/>
            <a:ext cx="7848599" cy="6222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Virtual Threads are lightweight threads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Structured Concurrency simplifies async programming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35199" y="5454650"/>
            <a:ext cx="7721599" cy="336550"/>
          </a:xfrm>
          <a:prstGeom prst="roundRect">
            <a:avLst/>
          </a:prstGeom>
          <a:solidFill>
            <a:srgbClr val="6E9AD6"/>
          </a:solidFill>
          <a:ln w="19050">
            <a:solidFill>
              <a:srgbClr val="425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Presented By Prof. Samruddhi Khade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35199" y="1904999"/>
            <a:ext cx="7721599" cy="55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Thank you for attending today's session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Feel free to ask any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