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(ex_python_s3_asyncio_basics):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AsyncIO Basics</a:t>
            </a:r>
          </a:p>
          <a:p>
            <a:r>
              <a:t>    message = "AsyncIO Basics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(ex_python_s5_task_management):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Task Management</a:t>
            </a:r>
          </a:p>
          <a:p>
            <a:r>
              <a:t>    message = "Task Management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Performance Optimization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Advanced Patterns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AsyncIO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Overview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and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Awaitable Objects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AsyncIO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AsyncIO Basics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 Coroutine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example_coroutine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Task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Task Groups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Task Scheduling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Task Management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Task Management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Task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task_example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create_task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Task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exercise_task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task1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Coroutines: 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Basics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Task Management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