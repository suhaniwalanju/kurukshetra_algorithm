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Node.js + Express 20.18.0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Basics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Event-driven architecture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Non-blocking I/O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Single-threaded but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Node.js Basics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270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http = require('http');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http.createServer((req, res)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res.end('Hello, World!');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}).listen(3000);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Expected Output: 'Hello, World!' in browser at http://localhost:300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Express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Express Overview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Express is a minimal and flexible Node.js web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Provides a robust set of features for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Express Overview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193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app.get('/', (req, res)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res.send('Hello, Express!');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app.listen(3000, ()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console.log('Server listening on port 3000');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Expected Output: 'Server listening on port 3000' in console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Creating a RESTful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Creating a RESTful API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HTTP Methods: GET, POST, PUT, DELETE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Routing with Express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Creating a RESTful API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20954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PORT = 3000;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app.get('/api/hello', (req, res)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res.json({ message: 'Hello, RESTful API!' 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app.listen(PORT, ()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console.log(`Server running on port ${PORT}`);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Expected Output: 'Server running on port 3000' in console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Middleware in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Middleware in Express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Used to modify request or response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Common middleware: body-parser, helmet, helmet-secure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Middleware in Express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22605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express = require('express');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app = express();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const PORT = 3000;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app.use(express.json());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app.get('/api/hello', (req, res)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res.json({ message: 'Hello, RESTful API!' 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app.listen(PORT, () =&gt;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console.log(`Server running on port ${PORT}`);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Expected Output: 'Server running on port 3000' in console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Create a RESTful API for a simple 'User'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Create a RESTful API for a simple 'User'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NODE.JS + EXPRESS 20.18.0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Create a RESTful API for a simple 'User'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Node.js &amp; Express RESTful API with Middleware: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Node.js &amp; Express RESTful API with Middleware: Part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90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