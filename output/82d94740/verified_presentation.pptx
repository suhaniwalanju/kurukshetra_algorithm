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of Virtual Threads and their benefits over regular threads.</a:t>
            </a:r>
          </a:p>
          <a:p/>
          <a:p>
            <a:r>
              <a:t>Trainer Notes:</a:t>
            </a:r>
          </a:p>
          <a:p>
            <a:r>
              <a:t>Complete Runnable File (ex_java_s3_introduction_to_virtual_):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Introduction to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"Introduction to 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create and use a Virtual Thread executor. 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ExecutorService executor = Executors.newVirtualThreadPerTaskExecutor()</a:t>
            </a:r>
          </a:p>
          <a:p>
            <a:r>
              <a:t>executor.submit(() -&gt; System.out.println("Virtual Thread");</a:t>
            </a:r>
          </a:p>
          <a:p>
            <a:r>
              <a:t>executor.shutdown();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an overview of Structured Concurrency and its benefits.</a:t>
            </a:r>
          </a:p>
          <a:p/>
          <a:p>
            <a:r>
              <a:t>Trainer Notes:</a:t>
            </a:r>
          </a:p>
          <a:p>
            <a:r>
              <a:t>Complete Runnable File (ex_java_s5_structured_concurrency_o):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 Overview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Overview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how to use Future and CompletionStage for non-blocking operations. 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Future&lt;String&gt; future = executor.submit(() -&gt; {</a:t>
            </a:r>
          </a:p>
          <a:p>
            <a:r>
              <a:t>    return "Hello, World";</a:t>
            </a:r>
          </a:p>
          <a:p>
            <a:r>
              <a:t>});</a:t>
            </a:r>
          </a:p>
          <a:p>
            <a:r>
              <a:t>String result = future.get();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Compare and contrast Virtual Threads and Structured Concurrency.</a:t>
            </a:r>
          </a:p>
          <a:p/>
          <a:p>
            <a:r>
              <a:t>Trainer Notes:</a:t>
            </a:r>
          </a:p>
          <a:p>
            <a:r>
              <a:t>Complete Runnable File (ex_java_s7_virtual_threads_vs_struc):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vs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vs 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hands-on exercise for students to practice what they've learned. 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ExecutorService executor = Executors.newVirtualThreadPerTaskExecutor()</a:t>
            </a:r>
          </a:p>
          <a:p>
            <a:r>
              <a:t>Future&lt;String&gt; future = executor.submit(() -&gt; {</a:t>
            </a:r>
          </a:p>
          <a:p>
            <a:r>
              <a:t>    return "Hello, World";</a:t>
            </a:r>
          </a:p>
          <a:p>
            <a:r>
              <a:t>});</a:t>
            </a:r>
          </a:p>
          <a:p>
            <a:r>
              <a:t>String result = future.get();</a:t>
            </a:r>
          </a:p>
          <a:p>
            <a:r>
              <a:t>executor.shutdown();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the key points covered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attention and provide references for further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Implementation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Best Practices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Q&amp;A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Can be used for fine-grained concurrency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Similar to user threads but more efficient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Introduction to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Virtual Threads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ExecutorService.newVirtualThreadPerTaskExecutor() creates a new executor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managed by the JVM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Thread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 Implementation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Uses Future and CompletionStage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Encourages writing thread-safe code without explicit locks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 Overview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Structured Concurrency Overview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Using Future and CompletionStage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Future represents the result of a computation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CompletionStage represents a computation that may be completed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Both are used for non-blocking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Using Future and CompletionStage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 vs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Both are part of Java 21's concurrency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vs Structured Concurr...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 vs Structured Concurrency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a simple task using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Future and CompletionStage for non-blocking operations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Exercise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and Structured Concurrency are new features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for non-blocking operations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for further reading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