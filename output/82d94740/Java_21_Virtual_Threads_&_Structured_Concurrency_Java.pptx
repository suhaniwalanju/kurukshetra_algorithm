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Introduce the concept of Virtual Threads and their benefits over regular threads.</a:t>
            </a:r>
          </a:p>
          <a:p/>
          <a:p>
            <a:r>
              <a:t>Trainer Notes:</a:t>
            </a:r>
          </a:p>
          <a:p>
            <a:r>
              <a:t>Complete Runnable File (ex_java_s3_introduction_to_virtual_):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Introduction to Virtual Threads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"Introduction to Virtual Threads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Show how to create and use a Virtual Thread executor.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Provide an overview of Structured Concurrency and its benefits.</a:t>
            </a:r>
          </a:p>
          <a:p/>
          <a:p>
            <a:r>
              <a:t>Trainer Notes:</a:t>
            </a:r>
          </a:p>
          <a:p>
            <a:r>
              <a:t>Complete Runnable File (ex_java_s5_structured_concurrency_o):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Structured Concurrency Overview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"Structured Concurrency Overview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Demonstrate how to use Future and CompletionStage for non-blocking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Compare and contrast Virtual Threads and Structured Concurrency.</a:t>
            </a:r>
          </a:p>
          <a:p/>
          <a:p>
            <a:r>
              <a:t>Trainer Notes:</a:t>
            </a:r>
          </a:p>
          <a:p>
            <a:r>
              <a:t>Complete Runnable File (ex_java_s7_virtual_threads_vs_struc):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Virtual Threads vs Structured Concurrency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"Virtual Threads vs Structured Concurrency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Provide a hands-on exercise for students to practice what they've learned.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Summarize the key points covered in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Thank students for their attention and provide references for further 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Java 21 Virtual Threads &amp; Structured Concurrency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35199" y="5454650"/>
            <a:ext cx="77215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2563EB"/>
                </a:solidFill>
                <a:latin typeface="Segoe UI"/>
              </a:defRPr>
            </a:pPr>
            <a:r>
              <a:t>Presented By sam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VIT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Java 21 Virtual Threads &amp; Structured Concurrency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1397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Introduction to Virtual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Structured Concurrency Overview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Virtual Threads Implementation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Structured Concurrency Best Practices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Q&amp;A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Introduction to Virtual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5019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Virtual Threads are lightweight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Can be used for fine-grained concurrency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Similar to user threads but more efficient</a:t>
            </a:r>
          </a:p>
          <a:p>
            <a:pPr>
              <a:defRPr sz="2800" i="1">
                <a:solidFill>
                  <a:srgbClr val="2563EB"/>
                </a:solidFill>
                <a:latin typeface="Segoe UI"/>
              </a:defRPr>
            </a:pPr>
            <a:r>
              <a:t>Exercise Reference: exercise1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5019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5019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Introduction to Virtual Threads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Introductio...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Introduction to Virtual Threads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Virtual Threads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ExecutorService.newVirtualThreadPerTaskExecutor() creates a new executor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Virtual threads are lightweight and efficient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Virtual threads are managed by the JVM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ExecutorService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Virtual Thread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shutdown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Virtual Threads Implementation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Structured Concurrency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5019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Structured Concurrency is a new concurrency model in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Uses Future and CompletionStage for non-blocking operations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Encourages writing thread-safe code without explicit locks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5019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5019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Structured Concurrency Overview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Structured 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Structured Concurrency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Using Future and CompletionStage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Future represents the result of a computation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CompletionStage represents a computation that may be completed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Both are used for non-blocking operations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Future</a:t>
            </a:r>
            <a:r>
              <a:rPr sz="1400">
                <a:solidFill>
                  <a:srgbClr val="56B6C2"/>
                </a:solidFill>
                <a:latin typeface="Consolas"/>
              </a:rPr>
              <a:t>&lt;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future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Hello, World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result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future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Using Future and CompletionStage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Virtual Threads vs Structured Concurrency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5019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Virtual Threads are lightweight and efficient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Structured Concurrency is for non-blocking operations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Both are part of Java 21's concurrency model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5019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5019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Virtual Threads vs Structured Concurr...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Virtual Thr...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Virtual Threads vs Structured Concurrency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Hands-on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Implement a simple task using Virtual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Use Future and CompletionStage for non-blocking operations</a:t>
            </a:r>
          </a:p>
          <a:p>
            <a:pPr>
              <a:defRPr sz="2800" i="1">
                <a:solidFill>
                  <a:srgbClr val="2563EB"/>
                </a:solidFill>
                <a:latin typeface="Segoe UI"/>
              </a:defRPr>
            </a:pPr>
            <a:r>
              <a:t>Exercise Reference: exercise1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ExecutorService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Future</a:t>
            </a:r>
            <a:r>
              <a:rPr sz="1400">
                <a:solidFill>
                  <a:srgbClr val="56B6C2"/>
                </a:solidFill>
                <a:latin typeface="Consolas"/>
              </a:rPr>
              <a:t>&lt;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future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Hello, World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result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future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shutdown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Hands-on Exercise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Virtual Threads and Structured Concurrency are new features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Virtual Threads are lightweight and efficient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Structured Concurrency is for non-blocking operations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Summary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Thank you for attending today's session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Feel free to ask any questions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References for further reading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Closing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