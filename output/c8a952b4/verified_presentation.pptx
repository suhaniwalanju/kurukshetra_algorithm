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23849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Java 21.0.6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21.0.6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1500"/>
            <a:ext cx="7848599" cy="136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Overview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of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in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Virtual Threads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21.0.6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Similar to user threads but more efficient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Created using Executors.newVirtualThreadPerTaskPool()</a:t>
            </a:r>
          </a:p>
          <a:p>
            <a:pPr>
              <a:defRPr sz="2600" i="1">
                <a:solidFill>
                  <a:srgbClr val="6E9AD6"/>
                </a:solidFill>
              </a:defRPr>
            </a:pPr>
            <a:r>
              <a:t>Reference: exercise3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java.util.concurrent.Executors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util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concurrent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Th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 vs User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Virtual Threads vs User Threads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21.0.6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more lightweight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Created using Executors.newVirtualThreadPerTaskPool()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More efficient for CPU-bound 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Virtual Threads vs User Threads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Example of Virtual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Example of Virtual Threads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21.0.6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Virtual Thread Executor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Execute a task on the Virtual Thread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20954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java.util.concurrent.Executors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java.util.concurrent.ExecutorService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java.util.concurrent.Executors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Main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ExecutorService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service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Executors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newFixedThreadPool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D19A66"/>
                </a:solidFill>
                <a:latin typeface="Consolas"/>
              </a:rPr>
              <a:t>2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service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shutdown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Structured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Structured Concurrency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21.0.6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is a new concurrency model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Provides a higher-level API for concurrency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Simplifies managing threads and synchronization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Structured Concurrency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Structured Concurrency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Structured Concurrency Overview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21.0.6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@Suspendable annotation for suspending tasks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@Timeout for task timeout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@UncaughtExceptionHandler for uncaught exceptions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Structured Concurrency Overview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Structured Concurrency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Structured Concurrency Example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21.0.6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task using @Suspendable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@Timeout for task timeout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Handle uncaught exceptions with @UncaughtExceptionHandler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java.util.concurrent.ScheduledExecutorService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uti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Exercise: Virtual Threads and Structured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Exercise: Virtual Threads and Structured Concurrency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21.0.6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Virtual Thread Executor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Structured Concurrency to schedule a task with</a:t>
            </a:r>
          </a:p>
          <a:p>
            <a:pPr>
              <a:defRPr sz="2600" i="1">
                <a:solidFill>
                  <a:srgbClr val="6E9AD6"/>
                </a:solidFill>
              </a:defRPr>
            </a:pPr>
            <a:r>
              <a:t>Reference: exercise9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16002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java.util.concurrent.*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class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E5C07B"/>
                </a:solidFill>
                <a:latin typeface="Consolas"/>
              </a:rPr>
              <a:t>Main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public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static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C678DD"/>
                </a:solidFill>
                <a:latin typeface="Consolas"/>
              </a:rPr>
              <a:t>void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61AFEF"/>
                </a:solidFill>
                <a:latin typeface="Consolas"/>
              </a:rPr>
              <a:t>main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String</a:t>
            </a:r>
            <a:r>
              <a:rPr sz="2000">
                <a:solidFill>
                  <a:srgbClr val="56B6C2"/>
                </a:solidFill>
                <a:latin typeface="Consolas"/>
              </a:rPr>
              <a:t>[</a:t>
            </a:r>
            <a:r>
              <a:rPr sz="2000">
                <a:solidFill>
                  <a:srgbClr val="56B6C2"/>
                </a:solidFill>
                <a:latin typeface="Consolas"/>
              </a:rPr>
              <a:t>]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args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Executors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newFixedThreadPool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D19A66"/>
                </a:solidFill>
                <a:latin typeface="Consolas"/>
              </a:rPr>
              <a:t>5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Summary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21.0.6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1500"/>
            <a:ext cx="7848599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and efficient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simplifies concurrency management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Executors.newVirtualThreadPerTaskPool() for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@Suspendable, @Timeout, and @UncaughtExceptionHandler for Structured Concurrency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Closing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21.0.6 · 2026-10-17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1500"/>
            <a:ext cx="7848599" cy="6222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 today's session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Feel free to ask any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