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Java 21 Virtual Threads &amp; Structured Concurrency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454650"/>
            <a:ext cx="7721599" cy="323849"/>
          </a:xfrm>
          <a:prstGeom prst="roundRect">
            <a:avLst/>
          </a:prstGeom>
          <a:solidFill>
            <a:srgbClr val="6E9AD6"/>
          </a:solidFill>
          <a:ln w="19050">
            <a:solidFill>
              <a:srgbClr val="425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Presented By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904999"/>
            <a:ext cx="7721599" cy="55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Java 21.0.6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36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Understanding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Overview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 of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in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Virtual Threads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Similar to user threads but more efficient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Created using Executors.newVirtualThreadPerTaskPool()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exercise3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java.util.concurrent.Executors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util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concurrent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Th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Virtual Threads vs User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Virtual Threads vs User Threads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more lightweight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Created using Executors.newVirtualThreadPerTaskPool()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More efficient for CPU-bound tasks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Virtual Threads vs User Threads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Example of Virtual Threads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Example of Virtual Threads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Virtual Thread Executor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Execute a task on the Virtual Thread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java.util.concurrent.Executors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util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concurrent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Th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Structured Concurrency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is a new concurrency model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Provides a higher-level API for concurrency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Simplifies managing threads and synchronization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Structured Concurrency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Structured Concurrency Overview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@Suspendable annotation for suspending tasks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@Timeout for task timeout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Uses @UncaughtExceptionHandler for uncaught exceptions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939799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788291"/>
                </a:solidFill>
                <a:latin typeface="Consolas"/>
              </a:rPr>
              <a:t>// Example: Structured Concurrency Overview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var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56B6C2"/>
                </a:solidFill>
                <a:latin typeface="Consolas"/>
              </a:rPr>
              <a:t>=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computeState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F0F4FA"/>
                </a:solidFill>
                <a:latin typeface="Consolas"/>
              </a:rPr>
              <a:t>result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Structured Concurrency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Structured Concurrency Example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838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task using @Suspendable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@Timeout for task timeout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Handle uncaught exceptions with @UncaughtExceptionHandler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java.util.concurrent.ScheduledExecutorService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uti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Exercise: Virtual Threads and Structured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Exercise: Virtual Threads and Structured Concurrency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778000"/>
            <a:ext cx="3994149" cy="59054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Virtual Thread Executor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Structured Concurrency to schedule a task with</a:t>
            </a:r>
          </a:p>
          <a:p>
            <a:pPr>
              <a:defRPr sz="2600" i="1">
                <a:solidFill>
                  <a:srgbClr val="6E9AD6"/>
                </a:solidFill>
              </a:defRPr>
            </a:pPr>
            <a:r>
              <a:t>Reference: exercise9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6649" y="1778000"/>
            <a:ext cx="3994149" cy="6096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300">
                <a:solidFill>
                  <a:srgbClr val="8C9BAF"/>
                </a:solidFill>
                <a:latin typeface="Consolas"/>
              </a:defRPr>
            </a:pPr>
            <a:r>
              <a:t>// Language: JAVA 21.0.6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C678DD"/>
                </a:solidFill>
                <a:latin typeface="Consolas"/>
              </a:rPr>
              <a:t>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java.util.concurrent.Executors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  <a:r>
              <a:rPr sz="2000">
                <a:solidFill>
                  <a:srgbClr val="F0F4FA"/>
                </a:solidFill>
                <a:latin typeface="Consolas"/>
              </a:rPr>
              <a:t>\</a:t>
            </a:r>
            <a:r>
              <a:rPr sz="2000">
                <a:solidFill>
                  <a:srgbClr val="F0F4FA"/>
                </a:solidFill>
                <a:latin typeface="Consolas"/>
              </a:rPr>
              <a:t>nimport</a:t>
            </a:r>
            <a:r>
              <a:rPr sz="2000">
                <a:solidFill>
                  <a:srgbClr val="F0F4FA"/>
                </a:solidFill>
                <a:latin typeface="Consolas"/>
              </a:rPr>
              <a:t> </a:t>
            </a:r>
            <a:r>
              <a:rPr sz="2000">
                <a:solidFill>
                  <a:srgbClr val="F0F4FA"/>
                </a:solidFill>
                <a:latin typeface="Consolas"/>
              </a:rPr>
              <a:t>java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util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concurrent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Sc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Summary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are lightweight and efficient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Structured Concurrency simplifies concurrency management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Executors.newVirtualThreadPerTaskPool() for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@Suspendable, @Timeout, and @UncaughtExceptionHandler for Structured Concurrency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174750"/>
            <a:ext cx="8229599" cy="4254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425C80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64748B"/>
                </a:solidFill>
                <a:latin typeface="Segoe UI"/>
              </a:defRPr>
            </a:pPr>
            <a:r>
              <a:t>VIT   •   Closing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841500"/>
            <a:ext cx="7848599" cy="6222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E9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 today's session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Feel free to ask any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