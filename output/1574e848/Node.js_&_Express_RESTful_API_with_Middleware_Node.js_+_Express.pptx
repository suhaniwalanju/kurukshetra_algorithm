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(ex_node.js + express_s3_node_js_basics):</a:t>
            </a:r>
          </a:p>
          <a:p>
            <a:r>
              <a:t>```node.js + express</a:t>
            </a:r>
          </a:p>
          <a:p>
            <a:r>
              <a:t>import process from "node:process";</a:t>
            </a:r>
          </a:p>
          <a:p/>
          <a:p>
            <a:r>
              <a:t>function demonstrateConcept() {</a:t>
            </a:r>
          </a:p>
          <a:p>
            <a:r>
              <a:t>    // Concept: Node.js Basics</a:t>
            </a:r>
          </a:p>
          <a:p>
            <a:r>
              <a:t>    const status = "Node.js Basics Running on Node.js 20";</a:t>
            </a:r>
          </a:p>
          <a:p>
            <a:r>
              <a:t>    console.log(status);</a:t>
            </a:r>
          </a:p>
          <a:p>
            <a:r>
              <a:t>}</a:t>
            </a:r>
          </a:p>
          <a:p/>
          <a:p>
            <a:r>
              <a:t>demonstrateConcept();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(ex_node.js + express_s5_express_overview):</a:t>
            </a:r>
          </a:p>
          <a:p>
            <a:r>
              <a:t>```node.js + express</a:t>
            </a:r>
          </a:p>
          <a:p>
            <a:r>
              <a:t>import process from "node:process";</a:t>
            </a:r>
          </a:p>
          <a:p/>
          <a:p>
            <a:r>
              <a:t>function demonstrateConcept() {</a:t>
            </a:r>
          </a:p>
          <a:p>
            <a:r>
              <a:t>    // Concept: Express Overview</a:t>
            </a:r>
          </a:p>
          <a:p>
            <a:r>
              <a:t>    const status = "Express Overview Running on Node.js 20";</a:t>
            </a:r>
          </a:p>
          <a:p>
            <a:r>
              <a:t>    console.log(status);</a:t>
            </a:r>
          </a:p>
          <a:p>
            <a:r>
              <a:t>}</a:t>
            </a:r>
          </a:p>
          <a:p/>
          <a:p>
            <a:r>
              <a:t>demonstrateConcept();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(ex_node.js + express_s7_creating_a_restful_api):</a:t>
            </a:r>
          </a:p>
          <a:p>
            <a:r>
              <a:t>```node.js + express</a:t>
            </a:r>
          </a:p>
          <a:p>
            <a:r>
              <a:t>import process from "node:process";</a:t>
            </a:r>
          </a:p>
          <a:p/>
          <a:p>
            <a:r>
              <a:t>function demonstrateConcept() {</a:t>
            </a:r>
          </a:p>
          <a:p>
            <a:r>
              <a:t>    // Concept: Creating a RESTful API</a:t>
            </a:r>
          </a:p>
          <a:p>
            <a:r>
              <a:t>    const status = "Creating a RESTful API Running on Node.js 20";</a:t>
            </a:r>
          </a:p>
          <a:p>
            <a:r>
              <a:t>    console.log(status);</a:t>
            </a:r>
          </a:p>
          <a:p>
            <a:r>
              <a:t>}</a:t>
            </a:r>
          </a:p>
          <a:p/>
          <a:p>
            <a:r>
              <a:t>demonstrateConcept();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(ex_node.js + express_s9_middleware_basics):</a:t>
            </a:r>
          </a:p>
          <a:p>
            <a:r>
              <a:t>```node.js + express</a:t>
            </a:r>
          </a:p>
          <a:p>
            <a:r>
              <a:t>import process from "node:process";</a:t>
            </a:r>
          </a:p>
          <a:p/>
          <a:p>
            <a:r>
              <a:t>function demonstrateConcept() {</a:t>
            </a:r>
          </a:p>
          <a:p>
            <a:r>
              <a:t>    // Concept: Middleware Basics</a:t>
            </a:r>
          </a:p>
          <a:p>
            <a:r>
              <a:t>    const status = "Middleware Basics Running on Node.js 20";</a:t>
            </a:r>
          </a:p>
          <a:p>
            <a:r>
              <a:t>    console.log(status);</a:t>
            </a:r>
          </a:p>
          <a:p>
            <a:r>
              <a:t>}</a:t>
            </a:r>
          </a:p>
          <a:p/>
          <a:p>
            <a:r>
              <a:t>demonstrateConcept();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Node.js &amp; Express RESTful API with Middleware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39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Node.js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Express Overview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Creating a RESTful API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Middleware Basics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Summary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Node.js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36855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JavaScript runtime for server-side applications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Non-blocking I/O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Event-driven architecture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36855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36855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import process from "node:process";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function demonstrateConcept()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// Concept: Node.js Basics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const status = "Node.js Basics Running on Node.js 20";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console.log(status);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demonstrateConcept();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Node.js 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const http = require('http');\nhttp.createServer((req, re...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Express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36855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Express is a minimal and flexible Node.js web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Provides a robust set of features for web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36855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36855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import process from "node:process";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function demonstrateConcept()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// Concept: Express Overview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const status = "Express Overview Running on Node.js 20";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console.log(status);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demonstrateConcept();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Express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const express = require('express');\nconst app = express(...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Creating a RESTful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36855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HTTP methods: GET, POST, PUT, DELETE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JSON data format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36855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36855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import process from "node:process";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function demonstrateConcept()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// Concept: Creating a RESTful API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const status = "Creating a RESTful API Running on Nod...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console.log(status);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demonstrateConcept();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GET Request Handler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app.get('/api/users', (req, res) =&gt; {\n  res.json({ users...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Middleware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36855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Middleware runs before a route handler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Used for common tasks like logging, validation, etc.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36855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36855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import process from "node:process";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function demonstrateConcept()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// Concept: Middleware Basics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const status = "Middleware Basics Running on Node.js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console.log(status);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demonstrateConcept();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Create a RESTful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NODE.JS + EXPRESS 20.18.0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const express = require('express');\nconst app = express(...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Node.js for server-side JavaScript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Express simplifies web app development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RESTful API basics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Middleware for common tasks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635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are welcome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