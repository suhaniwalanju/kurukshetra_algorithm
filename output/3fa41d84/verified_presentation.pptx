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set clear expectations for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</a:t>
            </a:r>
          </a:p>
          <a:p>
            <a:r>
              <a:t>Complete Runnable File (ex_java_s3_virtual_threads):</a:t>
            </a:r>
          </a:p>
          <a:p>
            <a:r>
              <a:t>```java</a:t>
            </a:r>
          </a:p>
          <a:p>
            <a:r>
              <a:t>import java.util.concurrent.*;</a:t>
            </a:r>
          </a:p>
          <a:p>
            <a:r>
              <a:t>import java.util.*;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// Concept: Virtual Threads</a:t>
            </a:r>
          </a:p>
          <a:p>
            <a:r>
              <a:t>        try (var executor = Executors.newVirtualThreadPerTaskExecutor()) {</a:t>
            </a:r>
          </a:p>
          <a:p>
            <a:r>
              <a:t>            var task = executor.submit(() -&gt; "Virtual Threads Executed Successfully");</a:t>
            </a:r>
          </a:p>
          <a:p>
            <a:r>
              <a:t>            System.out.println(task.get());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</a:t>
            </a:r>
          </a:p>
          <a:p>
            <a:r>
              <a:t>Complete Runnable File (ex_java_s5_virtual_threads_benefits):</a:t>
            </a:r>
          </a:p>
          <a:p>
            <a:r>
              <a:t>```java</a:t>
            </a:r>
          </a:p>
          <a:p>
            <a:r>
              <a:t>import java.util.concurrent.*;</a:t>
            </a:r>
          </a:p>
          <a:p>
            <a:r>
              <a:t>import java.util.*;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// Concept: Virtual Threads Benefits</a:t>
            </a:r>
          </a:p>
          <a:p>
            <a:r>
              <a:t>        try (var executor = Executors.newVirtualThreadPerTaskExecutor()) {</a:t>
            </a:r>
          </a:p>
          <a:p>
            <a:r>
              <a:t>            var task = executor.submit(() -&gt; "Virtual Threads Benefits Executed Successfully");</a:t>
            </a:r>
          </a:p>
          <a:p>
            <a:r>
              <a:t>            System.out.println(task.get());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</a:t>
            </a:r>
          </a:p>
          <a:p>
            <a:r>
              <a:t>Complete Runnable File (ex_java_s6_structured_concurrency):</a:t>
            </a:r>
          </a:p>
          <a:p>
            <a:r>
              <a:t>```java</a:t>
            </a:r>
          </a:p>
          <a:p>
            <a:r>
              <a:t>import java.util.concurrent.*;</a:t>
            </a:r>
          </a:p>
          <a:p>
            <a:r>
              <a:t>import java.util.*;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// Concept: Structured Concurrency</a:t>
            </a:r>
          </a:p>
          <a:p>
            <a:r>
              <a:t>        try (var executor = Executors.newVirtualThreadPerTaskExecutor()) {</a:t>
            </a:r>
          </a:p>
          <a:p>
            <a:r>
              <a:t>            var task = executor.submit(() -&gt; "Structured Concurrency Executed Successfully");</a:t>
            </a:r>
          </a:p>
          <a:p>
            <a:r>
              <a:t>            System.out.println(task.get());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Java 21 Virtual Threads &amp; Structured Concurrency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5397500"/>
            <a:ext cx="94487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002147"/>
                </a:solidFill>
                <a:latin typeface="Segoe UI"/>
              </a:defRPr>
            </a:pPr>
            <a:r>
              <a:t>Presented By sam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DPU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114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Introduction to Virtual Threads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Understanding Virtual Threads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Structured Concurrency Overview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 with Virtual Threads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Virtual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7305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are lightweight threads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Created by the JVM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Not visible to the user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7305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7305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throws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Excepti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788291"/>
                </a:solidFill>
                <a:latin typeface="Consolas"/>
              </a:rPr>
              <a:t>// Concept: Virtual Threads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Virtual Thr...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Virtual Threads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VirtualThreadsExample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ExecutorService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Virtual...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shutdown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7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Virtual Threads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7305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Reduce overhead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Better resource utilization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7305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7305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throws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Excepti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788291"/>
                </a:solidFill>
                <a:latin typeface="Consolas"/>
              </a:rPr>
              <a:t>// Concept: Virtual Threads Benefits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Virtual Thr...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Structured Concurrency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7305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New concurrency model in Java 21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Uses Future and CompletionStage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7305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7305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Main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throws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Excepti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788291"/>
                </a:solidFill>
                <a:latin typeface="Consolas"/>
              </a:rPr>
              <a:t>// Concept: Structured Concurrency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Structured 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Structured Concurrency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0549" y="1695449"/>
            <a:ext cx="5149849" cy="322580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70549" y="1695449"/>
            <a:ext cx="5149849" cy="32258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StructuredConcurrencyExample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F0F4FA"/>
                </a:solidFill>
                <a:latin typeface="Consolas"/>
              </a:rPr>
              <a:t>Future</a:t>
            </a:r>
            <a:r>
              <a:rPr sz="1400">
                <a:solidFill>
                  <a:srgbClr val="56B6C2"/>
                </a:solidFill>
                <a:latin typeface="Consolas"/>
              </a:rPr>
              <a:t>&lt;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future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CompletableFuture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supplyA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Future Task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Completed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future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catch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InterruptedException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|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ExecutionExceptio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e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printStackTrace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7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Exercise: Virtual Threads and Structured Concurrency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0549" y="1695449"/>
            <a:ext cx="5149849" cy="278130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70549" y="1695449"/>
            <a:ext cx="5149849" cy="27813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 21.0.6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class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ExerciseExample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public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static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void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[</a:t>
            </a:r>
            <a:r>
              <a:rPr sz="1400">
                <a:solidFill>
                  <a:srgbClr val="56B6C2"/>
                </a:solidFill>
                <a:latin typeface="Consolas"/>
              </a:rPr>
              <a:t>]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args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ExecutorService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F0F4FA"/>
                </a:solidFill>
                <a:latin typeface="Consolas"/>
              </a:rPr>
              <a:t>Future</a:t>
            </a:r>
            <a:r>
              <a:rPr sz="1400">
                <a:solidFill>
                  <a:srgbClr val="56B6C2"/>
                </a:solidFill>
                <a:latin typeface="Consolas"/>
              </a:rPr>
              <a:t>&lt;</a:t>
            </a:r>
            <a:r>
              <a:rPr sz="1400">
                <a:solidFill>
                  <a:srgbClr val="F0F4FA"/>
                </a:solidFill>
                <a:latin typeface="Consolas"/>
              </a:rPr>
              <a:t>String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future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CompletableFuture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supplyA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Exercise Task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Completed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future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get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catch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InterruptedException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|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ExecutionExceptio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Thread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currentThread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interrupt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7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635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reduce overhead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Structured Concurrency simplifies concurrency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635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Thank you for attending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Questions and Discussion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