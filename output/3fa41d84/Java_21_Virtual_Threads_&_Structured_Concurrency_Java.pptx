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(ex_java_s3_virtual_threads):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(ex_java_s5_virtual_threads_benefits):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Benefits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Benefits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(ex_java_s6_structured_concurrency):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with Virtual Threads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by the JVM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Not visible to the 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VirtualThreadsExample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Reduce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Better resource utilization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Benefits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concurrency model in Java 21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Future and CompletionStage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540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540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StructuredConcurrencyExample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CompletableFuture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supplyA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Future Task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Completed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CompletableFuture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supplyA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Exercise Task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Completed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reduce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Discussion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