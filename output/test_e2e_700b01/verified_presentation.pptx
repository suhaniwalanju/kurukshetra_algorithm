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to advanced Java 21 and Spring Boot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System.out.println("Spring Boot 3 Web Endpoint Initialized");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System.out.println("Exercise Starter Code");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import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Main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